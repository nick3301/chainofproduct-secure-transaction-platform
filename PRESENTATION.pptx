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Sora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87fa921f8d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87fa921f8d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b4837a9191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b4837a9191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b4837a9191_7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b4837a9191_7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b52e8e57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b52e8e57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b4837a9191_5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b4837a9191_5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4837a9191_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b4837a9191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b4837a9191_7_2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3b4837a9191_7_2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b4837a9191_7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b4837a9191_7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b4837a9191_7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b4837a9191_7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b4837a9191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3b4837a9191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b4837a9191_7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3b4837a9191_7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b4837a9191_7_2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b4837a9191_7_2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b4837a9191_7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b4837a9191_7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3b485e1ac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3b485e1ac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b4837a9191_7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3b4837a9191_7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3b4837a9191_7_2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3b4837a9191_7_2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b4837a9191_7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b4837a9191_7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0000" y="1215750"/>
            <a:ext cx="77109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36" name="Google Shape;36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" name="Google Shape;37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42" name="Google Shape;42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58" name="Google Shape;58;p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7"/>
          <p:cNvSpPr/>
          <p:nvPr>
            <p:ph idx="2" type="pic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hasCustomPrompt="1" type="title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hasCustomPrompt="1"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/>
          <p:nvPr>
            <p:ph hasCustomPrompt="1" idx="2" type="title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hasCustomPrompt="1" idx="3" type="title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4" type="title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5" type="title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6" type="title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7" type="subTitle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8" type="subTitle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9" type="subTitle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3" type="subTitle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4" type="subTitle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44" name="Google Shape;144;p13"/>
          <p:cNvSpPr txBox="1"/>
          <p:nvPr>
            <p:ph idx="15"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" type="subTitle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2" type="subTitle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3" type="subTitle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4" type="subTitle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5" type="subTitle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6" type="subTitle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73" name="Google Shape;173;p1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idx="1" type="subTitle"/>
          </p:nvPr>
        </p:nvSpPr>
        <p:spPr>
          <a:xfrm>
            <a:off x="2321755" y="1748900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2" type="subTitle"/>
          </p:nvPr>
        </p:nvSpPr>
        <p:spPr>
          <a:xfrm>
            <a:off x="5614906" y="1748900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6"/>
          <p:cNvSpPr txBox="1"/>
          <p:nvPr>
            <p:ph idx="3" type="subTitle"/>
          </p:nvPr>
        </p:nvSpPr>
        <p:spPr>
          <a:xfrm>
            <a:off x="2321754" y="340947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4" type="subTitle"/>
          </p:nvPr>
        </p:nvSpPr>
        <p:spPr>
          <a:xfrm>
            <a:off x="5614906" y="340947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5" type="subTitle"/>
          </p:nvPr>
        </p:nvSpPr>
        <p:spPr>
          <a:xfrm>
            <a:off x="2321754" y="13793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0" name="Google Shape;180;p16"/>
          <p:cNvSpPr txBox="1"/>
          <p:nvPr>
            <p:ph idx="6" type="subTitle"/>
          </p:nvPr>
        </p:nvSpPr>
        <p:spPr>
          <a:xfrm>
            <a:off x="2321754" y="304000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1" name="Google Shape;181;p16"/>
          <p:cNvSpPr txBox="1"/>
          <p:nvPr>
            <p:ph idx="7" type="subTitle"/>
          </p:nvPr>
        </p:nvSpPr>
        <p:spPr>
          <a:xfrm>
            <a:off x="5614879" y="13793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2" name="Google Shape;182;p16"/>
          <p:cNvSpPr txBox="1"/>
          <p:nvPr>
            <p:ph idx="8" type="subTitle"/>
          </p:nvPr>
        </p:nvSpPr>
        <p:spPr>
          <a:xfrm>
            <a:off x="5614879" y="304000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192" name="Google Shape;192;p1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idx="1" type="subTitle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7"/>
          <p:cNvSpPr txBox="1"/>
          <p:nvPr>
            <p:ph idx="2" type="subTitle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7"/>
          <p:cNvSpPr txBox="1"/>
          <p:nvPr>
            <p:ph idx="3" type="subTitle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4" type="subTitle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5" type="subTitle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6" type="subTitle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7"/>
          <p:cNvSpPr txBox="1"/>
          <p:nvPr>
            <p:ph idx="7" type="subTitle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8" type="subTitle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9" type="subTitle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3" type="subTitle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" name="Google Shape;204;p17"/>
          <p:cNvSpPr txBox="1"/>
          <p:nvPr>
            <p:ph idx="14" type="subTitle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" name="Google Shape;205;p17"/>
          <p:cNvSpPr txBox="1"/>
          <p:nvPr>
            <p:ph idx="15" type="subTitle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215" name="Google Shape;215;p17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1" type="subTitle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rect b="b" l="l" r="r" t="t"/>
                <a:pathLst>
                  <a:path extrusionOk="0" h="2645" w="5474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rect b="b" l="l" r="r" t="t"/>
                <a:pathLst>
                  <a:path extrusionOk="0" h="1661" w="3415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rect b="b" l="l" r="r" t="t"/>
                <a:pathLst>
                  <a:path extrusionOk="0" h="6272" w="8304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rect b="b" l="l" r="r" t="t"/>
                <a:pathLst>
                  <a:path extrusionOk="0" h="1643" w="1643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rect b="b" l="l" r="r" t="t"/>
                <a:pathLst>
                  <a:path extrusionOk="0" h="2051" w="206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rect b="b" l="l" r="r" t="t"/>
                <a:pathLst>
                  <a:path extrusionOk="0" h="882" w="882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rect b="b" l="l" r="r" t="t"/>
                <a:pathLst>
                  <a:path extrusionOk="0" h="567" w="567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rect b="b" l="l" r="r" t="t"/>
                <a:pathLst>
                  <a:path extrusionOk="0" h="13787" w="13796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rect b="b" l="l" r="r" t="t"/>
                <a:pathLst>
                  <a:path extrusionOk="0" h="11235" w="16244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rect b="b" l="l" r="r" t="t"/>
                <a:pathLst>
                  <a:path extrusionOk="0" h="11346" w="16374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rect b="b" l="l" r="r" t="t"/>
                <a:pathLst>
                  <a:path extrusionOk="0" h="9083" w="1387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rect b="b" l="l" r="r" t="t"/>
                <a:pathLst>
                  <a:path extrusionOk="0" h="9194" w="13991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rect b="b" l="l" r="r" t="t"/>
                <a:pathLst>
                  <a:path extrusionOk="0" h="3044" w="113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rect b="b" l="l" r="r" t="t"/>
                <a:pathLst>
                  <a:path extrusionOk="0" h="363" w="362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rect b="b" l="l" r="r" t="t"/>
                <a:pathLst>
                  <a:path extrusionOk="0" h="1458" w="2157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rect b="b" l="l" r="r" t="t"/>
                <a:pathLst>
                  <a:path extrusionOk="0" h="1568" w="2168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rect b="b" l="l" r="r" t="t"/>
                <a:pathLst>
                  <a:path extrusionOk="0" h="112" w="21272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rect b="b" l="l" r="r" t="t"/>
                <a:pathLst>
                  <a:path extrusionOk="0" h="456" w="412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rect b="b" l="l" r="r" t="t"/>
                <a:pathLst>
                  <a:path extrusionOk="0" h="576" w="424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rect b="b" l="l" r="r" t="t"/>
                <a:pathLst>
                  <a:path extrusionOk="0" h="6356" w="7441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rect b="b" l="l" r="r" t="t"/>
                <a:pathLst>
                  <a:path extrusionOk="0" h="6356" w="7441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rect b="b" l="l" r="r" t="t"/>
                <a:pathLst>
                  <a:path extrusionOk="0" h="6486" w="7552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rect b="b" l="l" r="r" t="t"/>
                <a:pathLst>
                  <a:path extrusionOk="0" h="688" w="5131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rect b="b" l="l" r="r" t="t"/>
                <a:pathLst>
                  <a:path extrusionOk="0" h="798" w="5251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rect b="b" l="l" r="r" t="t"/>
                <a:pathLst>
                  <a:path extrusionOk="0" h="288" w="3981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rect b="b" l="l" r="r" t="t"/>
                <a:pathLst>
                  <a:path extrusionOk="0" h="400" w="3359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rect b="b" l="l" r="r" t="t"/>
                <a:pathLst>
                  <a:path extrusionOk="0" h="521" w="3471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rect b="b" l="l" r="r" t="t"/>
                <a:pathLst>
                  <a:path extrusionOk="0" h="196" w="186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rect b="b" l="l" r="r" t="t"/>
                <a:pathLst>
                  <a:path extrusionOk="0" h="2154" w="2153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rect b="b" l="l" r="r" t="t"/>
                <a:pathLst>
                  <a:path extrusionOk="0" h="2264" w="2265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rect b="b" l="l" r="r" t="t"/>
                <a:pathLst>
                  <a:path extrusionOk="0" h="484" w="956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rect b="b" l="l" r="r" t="t"/>
                <a:pathLst>
                  <a:path extrusionOk="0" h="595" w="1077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rect b="b" l="l" r="r" t="t"/>
                <a:pathLst>
                  <a:path extrusionOk="0" h="549" w="548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rect b="b" l="l" r="r" t="t"/>
                <a:pathLst>
                  <a:path extrusionOk="0" h="659" w="66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rect b="b" l="l" r="r" t="t"/>
                <a:pathLst>
                  <a:path extrusionOk="0" h="492" w="1587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rect b="b" l="l" r="r" t="t"/>
                <a:pathLst>
                  <a:path extrusionOk="0" h="604" w="1707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rect b="b" l="l" r="r" t="t"/>
                <a:pathLst>
                  <a:path extrusionOk="0" h="9600" w="964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rect b="b" l="l" r="r" t="t"/>
                <a:pathLst>
                  <a:path extrusionOk="0" h="9714" w="9751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rect b="b" l="l" r="r" t="t"/>
                <a:pathLst>
                  <a:path extrusionOk="0" h="11235" w="16253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rect b="b" l="l" r="r" t="t"/>
                <a:pathLst>
                  <a:path extrusionOk="0" h="11356" w="16365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rect b="b" l="l" r="r" t="t"/>
                <a:pathLst>
                  <a:path extrusionOk="0" h="9074" w="13879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rect b="b" l="l" r="r" t="t"/>
                <a:pathLst>
                  <a:path extrusionOk="0" h="9194" w="13991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rect b="b" l="l" r="r" t="t"/>
                <a:pathLst>
                  <a:path extrusionOk="0" h="3043" w="122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rect b="b" l="l" r="r" t="t"/>
                <a:pathLst>
                  <a:path extrusionOk="0" h="363" w="373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rect b="b" l="l" r="r" t="t"/>
                <a:pathLst>
                  <a:path extrusionOk="0" h="1458" w="2157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rect b="b" l="l" r="r" t="t"/>
                <a:pathLst>
                  <a:path extrusionOk="0" h="1568" w="21689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rect b="b" l="l" r="r" t="t"/>
                <a:pathLst>
                  <a:path extrusionOk="0" h="112" w="21272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rect b="b" l="l" r="r" t="t"/>
                <a:pathLst>
                  <a:path extrusionOk="0" h="456" w="4119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rect b="b" l="l" r="r" t="t"/>
                <a:pathLst>
                  <a:path extrusionOk="0" h="567" w="4231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rect b="b" l="l" r="r" t="t"/>
                <a:pathLst>
                  <a:path extrusionOk="0" h="6365" w="7431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rect b="b" l="l" r="r" t="t"/>
                <a:pathLst>
                  <a:path extrusionOk="0" h="6365" w="7432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rect b="b" l="l" r="r" t="t"/>
                <a:pathLst>
                  <a:path extrusionOk="0" h="6476" w="7552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rect b="b" l="l" r="r" t="t"/>
                <a:pathLst>
                  <a:path extrusionOk="0" h="688" w="5131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rect b="b" l="l" r="r" t="t"/>
                <a:pathLst>
                  <a:path extrusionOk="0" h="798" w="5251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rect b="b" l="l" r="r" t="t"/>
                <a:pathLst>
                  <a:path extrusionOk="0" h="288" w="399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rect b="b" l="l" r="r" t="t"/>
                <a:pathLst>
                  <a:path extrusionOk="0" h="400" w="3359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rect b="b" l="l" r="r" t="t"/>
                <a:pathLst>
                  <a:path extrusionOk="0" h="511" w="3471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rect b="b" l="l" r="r" t="t"/>
                <a:pathLst>
                  <a:path extrusionOk="0" h="196" w="187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rect b="b" l="l" r="r" t="t"/>
                <a:pathLst>
                  <a:path extrusionOk="0" h="196" w="187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rect b="b" l="l" r="r" t="t"/>
                <a:pathLst>
                  <a:path extrusionOk="0" h="196" w="195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rect b="b" l="l" r="r" t="t"/>
                <a:pathLst>
                  <a:path extrusionOk="0" h="196" w="196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rect b="b" l="l" r="r" t="t"/>
                <a:pathLst>
                  <a:path extrusionOk="0" h="2144" w="2153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rect b="b" l="l" r="r" t="t"/>
                <a:pathLst>
                  <a:path extrusionOk="0" h="2274" w="2265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rect b="b" l="l" r="r" t="t"/>
                <a:pathLst>
                  <a:path extrusionOk="0" h="483" w="956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rect b="b" l="l" r="r" t="t"/>
                <a:pathLst>
                  <a:path extrusionOk="0" h="595" w="1077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rect b="b" l="l" r="r" t="t"/>
                <a:pathLst>
                  <a:path extrusionOk="0" h="539" w="539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rect b="b" l="l" r="r" t="t"/>
                <a:pathLst>
                  <a:path extrusionOk="0" h="660" w="66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rect b="b" l="l" r="r" t="t"/>
                <a:pathLst>
                  <a:path extrusionOk="0" h="492" w="1588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rect b="b" l="l" r="r" t="t"/>
                <a:pathLst>
                  <a:path extrusionOk="0" h="613" w="1698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rect b="b" l="l" r="r" t="t"/>
                <a:pathLst>
                  <a:path extrusionOk="0" h="8897" w="1220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rect b="b" l="l" r="r" t="t"/>
                <a:pathLst>
                  <a:path extrusionOk="0" h="1503" w="1220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rect b="b" l="l" r="r" t="t"/>
                <a:pathLst>
                  <a:path extrusionOk="0" h="1615" w="12321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rect b="b" l="l" r="r" t="t"/>
                <a:pathLst>
                  <a:path extrusionOk="0" h="576" w="586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rect b="b" l="l" r="r" t="t"/>
                <a:pathLst>
                  <a:path extrusionOk="0" h="576" w="586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rect b="b" l="l" r="r" t="t"/>
                <a:pathLst>
                  <a:path extrusionOk="0" h="576" w="576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rect b="b" l="l" r="r" t="t"/>
                <a:pathLst>
                  <a:path extrusionOk="0" h="7339" w="1220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rect b="b" l="l" r="r" t="t"/>
                <a:pathLst>
                  <a:path extrusionOk="0" h="7450" w="12321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rect b="b" l="l" r="r" t="t"/>
                <a:pathLst>
                  <a:path extrusionOk="0" h="4157" w="2701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rect b="b" l="l" r="r" t="t"/>
                <a:pathLst>
                  <a:path extrusionOk="0" h="4287" w="2812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rect b="b" l="l" r="r" t="t"/>
                <a:pathLst>
                  <a:path extrusionOk="0" h="4036" w="2608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rect b="b" l="l" r="r" t="t"/>
                <a:pathLst>
                  <a:path extrusionOk="0" h="4148" w="2738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rect b="b" l="l" r="r" t="t"/>
                <a:pathLst>
                  <a:path extrusionOk="0" h="4092" w="2598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rect b="b" l="l" r="r" t="t"/>
                <a:pathLst>
                  <a:path extrusionOk="0" h="4219" w="2728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rect b="b" l="l" r="r" t="t"/>
                <a:pathLst>
                  <a:path extrusionOk="0" h="121" w="5734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rect b="b" l="l" r="r" t="t"/>
                <a:pathLst>
                  <a:path extrusionOk="0" h="122" w="2088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rect b="b" l="l" r="r" t="t"/>
                <a:pathLst>
                  <a:path extrusionOk="0" h="122" w="2515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rect b="b" l="l" r="r" t="t"/>
                <a:pathLst>
                  <a:path extrusionOk="0" h="113" w="3721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rect b="b" l="l" r="r" t="t"/>
                <a:pathLst>
                  <a:path extrusionOk="0" h="112" w="578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rect b="b" l="l" r="r" t="t"/>
                <a:pathLst>
                  <a:path extrusionOk="0" h="113" w="1912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rect b="b" l="l" r="r" t="t"/>
                <a:pathLst>
                  <a:path extrusionOk="0" h="113" w="3387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rect b="b" l="l" r="r" t="t"/>
                <a:pathLst>
                  <a:path extrusionOk="0" h="354" w="2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rect b="b" l="l" r="r" t="t"/>
                <a:pathLst>
                  <a:path extrusionOk="0" h="6625" w="9306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rect b="b" l="l" r="r" t="t"/>
                <a:pathLst>
                  <a:path extrusionOk="0" h="6754" w="9427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rect b="b" l="l" r="r" t="t"/>
                <a:pathLst>
                  <a:path extrusionOk="0" h="1114" w="9305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rect b="b" l="l" r="r" t="t"/>
                <a:pathLst>
                  <a:path extrusionOk="0" h="1235" w="9417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rect b="b" l="l" r="r" t="t"/>
                <a:pathLst>
                  <a:path extrusionOk="0" h="456" w="456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rect b="b" l="l" r="r" t="t"/>
                <a:pathLst>
                  <a:path extrusionOk="0" h="456" w="465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rect b="b" l="l" r="r" t="t"/>
                <a:pathLst>
                  <a:path extrusionOk="0" h="456" w="464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rect b="b" l="l" r="r" t="t"/>
                <a:pathLst>
                  <a:path extrusionOk="0" h="5465" w="9305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rect b="b" l="l" r="r" t="t"/>
                <a:pathLst>
                  <a:path extrusionOk="0" h="5585" w="9426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rect b="b" l="l" r="r" t="t"/>
                <a:pathLst>
                  <a:path extrusionOk="0" h="113" w="3944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rect b="b" l="l" r="r" t="t"/>
                <a:pathLst>
                  <a:path extrusionOk="0" h="122" w="1458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rect b="b" l="l" r="r" t="t"/>
                <a:pathLst>
                  <a:path extrusionOk="0" h="122" w="1754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rect b="b" l="l" r="r" t="t"/>
                <a:pathLst>
                  <a:path extrusionOk="0" h="112" w="2571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rect b="b" l="l" r="r" t="t"/>
                <a:pathLst>
                  <a:path extrusionOk="0" h="112" w="3981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rect b="b" l="l" r="r" t="t"/>
                <a:pathLst>
                  <a:path extrusionOk="0" h="121" w="1337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rect b="b" l="l" r="r" t="t"/>
                <a:pathLst>
                  <a:path extrusionOk="0" h="121" w="2348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rect b="b" l="l" r="r" t="t"/>
                <a:pathLst>
                  <a:path extrusionOk="0" h="2821" w="2821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rect b="b" l="l" r="r" t="t"/>
                <a:pathLst>
                  <a:path extrusionOk="0" h="2942" w="2932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rect b="b" l="l" r="r" t="t"/>
                <a:pathLst>
                  <a:path extrusionOk="0" h="2822" w="2821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rect b="b" l="l" r="r" t="t"/>
                <a:pathLst>
                  <a:path extrusionOk="0" h="2941" w="2933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rect b="b" l="l" r="r" t="t"/>
                <a:pathLst>
                  <a:path extrusionOk="0" h="4194" w="4713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rect b="b" l="l" r="r" t="t"/>
                <a:pathLst>
                  <a:path extrusionOk="0" h="4305" w="4305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rect b="b" l="l" r="r" t="t"/>
                <a:pathLst>
                  <a:path extrusionOk="0" h="4193" w="4509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rect b="b" l="l" r="r" t="t"/>
                <a:pathLst>
                  <a:path extrusionOk="0" h="4306" w="4314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rect b="b" l="l" r="r" t="t"/>
                <a:pathLst>
                  <a:path extrusionOk="0" h="4306" w="1365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rect b="b" l="l" r="r" t="t"/>
                <a:pathLst>
                  <a:path extrusionOk="0" h="112" w="3962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rect b="b" l="l" r="r" t="t"/>
                <a:pathLst>
                  <a:path extrusionOk="0" h="121" w="3962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rect b="b" l="l" r="r" t="t"/>
                <a:pathLst>
                  <a:path extrusionOk="0" h="493" w="3823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rect b="b" l="l" r="r" t="t"/>
                <a:pathLst>
                  <a:path extrusionOk="0" h="604" w="3944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rect b="b" l="l" r="r" t="t"/>
                <a:pathLst>
                  <a:path extrusionOk="0" h="317" w="219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rect b="b" l="l" r="r" t="t"/>
                <a:pathLst>
                  <a:path extrusionOk="0" h="316" w="219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rect b="b" l="l" r="r" t="t"/>
                <a:pathLst>
                  <a:path extrusionOk="0" h="1606" w="3711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rect b="b" l="l" r="r" t="t"/>
                <a:pathLst>
                  <a:path extrusionOk="0" h="1715" w="3841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rect b="b" l="l" r="r" t="t"/>
                <a:pathLst>
                  <a:path extrusionOk="0" h="604" w="613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rect b="b" l="l" r="r" t="t"/>
                <a:pathLst>
                  <a:path extrusionOk="0" h="719" w="725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rect b="b" l="l" r="r" t="t"/>
                <a:pathLst>
                  <a:path extrusionOk="0" h="6927" w="7432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rect b="b" l="l" r="r" t="t"/>
                <a:pathLst>
                  <a:path extrusionOk="0" h="7049" w="7404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rect b="b" l="l" r="r" t="t"/>
                <a:pathLst>
                  <a:path extrusionOk="0" h="6931" w="7877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rect b="b" l="l" r="r" t="t"/>
                <a:pathLst>
                  <a:path extrusionOk="0" h="7046" w="7552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rect b="b" l="l" r="r" t="t"/>
                <a:pathLst>
                  <a:path extrusionOk="0" h="1697" w="1689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rect b="b" l="l" r="r" t="t"/>
                <a:pathLst>
                  <a:path extrusionOk="0" h="3768" w="3285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rect b="b" l="l" r="r" t="t"/>
                <a:pathLst>
                  <a:path extrusionOk="0" h="3878" w="3405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rect b="b" l="l" r="r" t="t"/>
                <a:pathLst>
                  <a:path extrusionOk="0" h="400" w="2005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rect b="b" l="l" r="r" t="t"/>
                <a:pathLst>
                  <a:path extrusionOk="0" h="521" w="2126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rect b="b" l="l" r="r" t="t"/>
                <a:pathLst>
                  <a:path extrusionOk="0" h="697" w="696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rect b="b" l="l" r="r" t="t"/>
                <a:pathLst>
                  <a:path extrusionOk="0" h="817" w="817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rect b="b" l="l" r="r" t="t"/>
                <a:pathLst>
                  <a:path extrusionOk="0" h="280" w="288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rect b="b" l="l" r="r" t="t"/>
                <a:pathLst>
                  <a:path extrusionOk="0" h="400" w="40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rect b="b" l="l" r="r" t="t"/>
                <a:pathLst>
                  <a:path extrusionOk="0" h="122" w="2236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rect b="b" l="l" r="r" t="t"/>
                <a:pathLst>
                  <a:path extrusionOk="0" h="122" w="855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rect b="b" l="l" r="r" t="t"/>
                <a:pathLst>
                  <a:path extrusionOk="0" h="113" w="855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rect b="b" l="l" r="r" t="t"/>
                <a:pathLst>
                  <a:path extrusionOk="0" h="113" w="855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rect b="b" l="l" r="r" t="t"/>
                <a:pathLst>
                  <a:path extrusionOk="0" h="113" w="2236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rect b="b" l="l" r="r" t="t"/>
                <a:pathLst>
                  <a:path extrusionOk="0" h="112" w="2236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rect b="b" l="l" r="r" t="t"/>
                <a:pathLst>
                  <a:path extrusionOk="0" h="113" w="2236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rect b="b" l="l" r="r" t="t"/>
                <a:pathLst>
                  <a:path extrusionOk="0" h="122" w="2236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rect b="b" l="l" r="r" t="t"/>
                <a:pathLst>
                  <a:path extrusionOk="0" h="1875" w="1875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rect b="b" l="l" r="r" t="t"/>
                <a:pathLst>
                  <a:path extrusionOk="0" h="762" w="113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rect b="b" l="l" r="r" t="t"/>
                <a:pathLst>
                  <a:path extrusionOk="0" h="752" w="113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rect b="b" l="l" r="r" t="t"/>
                <a:pathLst>
                  <a:path extrusionOk="0" h="112" w="762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rect b="b" l="l" r="r" t="t"/>
                <a:pathLst>
                  <a:path extrusionOk="0" h="112" w="762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rect b="b" l="l" r="r" t="t"/>
                <a:pathLst>
                  <a:path extrusionOk="0" h="455" w="456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rect b="b" l="l" r="r" t="t"/>
                <a:pathLst>
                  <a:path extrusionOk="0" h="569" w="586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rect b="b" l="l" r="r" t="t"/>
                <a:pathLst>
                  <a:path extrusionOk="0" h="446" w="455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rect b="b" l="l" r="r" t="t"/>
                <a:pathLst>
                  <a:path extrusionOk="0" h="571" w="585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rect b="b" l="l" r="r" t="t"/>
                <a:pathLst>
                  <a:path extrusionOk="0" h="446" w="456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rect b="b" l="l" r="r" t="t"/>
                <a:pathLst>
                  <a:path extrusionOk="0" h="571" w="586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rect b="b" l="l" r="r" t="t"/>
                <a:pathLst>
                  <a:path extrusionOk="0" h="455" w="455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rect b="b" l="l" r="r" t="t"/>
                <a:pathLst>
                  <a:path extrusionOk="0" h="569" w="585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rect b="b" l="l" r="r" t="t"/>
                <a:pathLst>
                  <a:path extrusionOk="0" h="688" w="678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rect b="b" l="l" r="r" t="t"/>
                <a:pathLst>
                  <a:path extrusionOk="0" h="2070" w="1698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rect b="b" l="l" r="r" t="t"/>
                <a:pathLst>
                  <a:path extrusionOk="0" h="2183" w="1717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rect b="b" l="l" r="r" t="t"/>
                <a:pathLst>
                  <a:path extrusionOk="0" h="1548" w="2069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rect b="b" l="l" r="r" t="t"/>
                <a:pathLst>
                  <a:path extrusionOk="0" h="1661" w="2181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rect b="b" l="l" r="r" t="t"/>
                <a:pathLst>
                  <a:path extrusionOk="0" h="3562" w="2097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rect b="b" l="l" r="r" t="t"/>
                <a:pathLst>
                  <a:path extrusionOk="0" h="3681" w="2218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rect b="b" l="l" r="r" t="t"/>
                <a:pathLst>
                  <a:path extrusionOk="0" h="5724" w="130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rect b="b" l="l" r="r" t="t"/>
                <a:pathLst>
                  <a:path extrusionOk="0" h="5836" w="1411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rect b="b" l="l" r="r" t="t"/>
                <a:pathLst>
                  <a:path extrusionOk="0" h="3628" w="1291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rect b="b" l="l" r="r" t="t"/>
                <a:pathLst>
                  <a:path extrusionOk="0" h="3740" w="1401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rect b="b" l="l" r="r" t="t"/>
                <a:pathLst>
                  <a:path extrusionOk="0" h="2051" w="1299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rect b="b" l="l" r="r" t="t"/>
                <a:pathLst>
                  <a:path extrusionOk="0" h="2153" w="1402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rect b="b" l="l" r="r" t="t"/>
                <a:pathLst>
                  <a:path extrusionOk="0" h="5594" w="129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rect b="b" l="l" r="r" t="t"/>
                <a:pathLst>
                  <a:path extrusionOk="0" h="5706" w="1402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rect b="b" l="l" r="r" t="t"/>
                <a:pathLst>
                  <a:path extrusionOk="0" h="3498" w="129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rect b="b" l="l" r="r" t="t"/>
                <a:pathLst>
                  <a:path extrusionOk="0" h="3610" w="1402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rect b="b" l="l" r="r" t="t"/>
                <a:pathLst>
                  <a:path extrusionOk="0" h="1921" w="130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rect b="b" l="l" r="r" t="t"/>
                <a:pathLst>
                  <a:path extrusionOk="0" h="2023" w="1402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rect b="b" l="l" r="r" t="t"/>
                <a:pathLst>
                  <a:path extrusionOk="0" h="5594" w="129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rect b="b" l="l" r="r" t="t"/>
                <a:pathLst>
                  <a:path extrusionOk="0" h="5706" w="1402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rect b="b" l="l" r="r" t="t"/>
                <a:pathLst>
                  <a:path extrusionOk="0" h="6736" w="1299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rect b="b" l="l" r="r" t="t"/>
                <a:pathLst>
                  <a:path extrusionOk="0" h="6829" w="1384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rect b="b" l="l" r="r" t="t"/>
                <a:pathLst>
                  <a:path extrusionOk="0" h="6587" w="130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rect b="b" l="l" r="r" t="t"/>
                <a:pathLst>
                  <a:path extrusionOk="0" h="6699" w="1402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rect b="b" l="l" r="r" t="t"/>
                <a:pathLst>
                  <a:path extrusionOk="0" h="3498" w="129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rect b="b" l="l" r="r" t="t"/>
                <a:pathLst>
                  <a:path extrusionOk="0" h="3610" w="1402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rect b="b" l="l" r="r" t="t"/>
                <a:pathLst>
                  <a:path extrusionOk="0" h="1921" w="130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rect b="b" l="l" r="r" t="t"/>
                <a:pathLst>
                  <a:path extrusionOk="0" h="2023" w="1402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rect b="b" l="l" r="r" t="t"/>
                <a:pathLst>
                  <a:path extrusionOk="0" h="836" w="130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rect b="b" l="l" r="r" t="t"/>
                <a:pathLst>
                  <a:path extrusionOk="0" h="947" w="1402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rect b="b" l="l" r="r" t="t"/>
                <a:pathLst>
                  <a:path extrusionOk="0" h="780" w="130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rect b="b" l="l" r="r" t="t"/>
                <a:pathLst>
                  <a:path extrusionOk="0" h="892" w="1401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rect b="b" l="l" r="r" t="t"/>
                <a:pathLst>
                  <a:path extrusionOk="0" h="780" w="130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rect b="b" l="l" r="r" t="t"/>
                <a:pathLst>
                  <a:path extrusionOk="0" h="892" w="1401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rect b="b" l="l" r="r" t="t"/>
                <a:pathLst>
                  <a:path extrusionOk="0" h="1597" w="3712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rect b="b" l="l" r="r" t="t"/>
                <a:pathLst>
                  <a:path extrusionOk="0" h="1711" w="3842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rect b="b" l="l" r="r" t="t"/>
                <a:pathLst>
                  <a:path extrusionOk="0" h="604" w="604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rect b="b" l="l" r="r" t="t"/>
                <a:pathLst>
                  <a:path extrusionOk="0" h="723" w="734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rect b="b" l="l" r="r" t="t"/>
                <a:pathLst>
                  <a:path extrusionOk="0" h="6930" w="7422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rect b="b" l="l" r="r" t="t"/>
                <a:pathLst>
                  <a:path extrusionOk="0" h="7045" w="7404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rect b="b" l="l" r="r" t="t"/>
                <a:pathLst>
                  <a:path extrusionOk="0" h="6928" w="7877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rect b="b" l="l" r="r" t="t"/>
                <a:pathLst>
                  <a:path extrusionOk="0" h="7047" w="7394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rect b="b" l="l" r="r" t="t"/>
                <a:pathLst>
                  <a:path extrusionOk="0" h="1696" w="169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rect b="b" l="l" r="r" t="t"/>
                <a:pathLst>
                  <a:path extrusionOk="0" h="484" w="3823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rect b="b" l="l" r="r" t="t"/>
                <a:pathLst>
                  <a:path extrusionOk="0" h="604" w="3943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rect b="b" l="l" r="r" t="t"/>
                <a:pathLst>
                  <a:path extrusionOk="0" h="325" w="220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rect b="b" l="l" r="r" t="t"/>
                <a:pathLst>
                  <a:path extrusionOk="0" h="437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rect b="b" l="l" r="r" t="t"/>
                <a:pathLst>
                  <a:path extrusionOk="0" h="1448" w="1959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rect b="b" l="l" r="r" t="t"/>
                <a:pathLst>
                  <a:path extrusionOk="0" h="1578" w="2069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rect b="b" l="l" r="r" t="t"/>
                <a:pathLst>
                  <a:path extrusionOk="0" h="2422" w="2905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rect b="b" l="l" r="r" t="t"/>
                <a:pathLst>
                  <a:path extrusionOk="0" h="2543" w="3016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rect b="b" l="l" r="r" t="t"/>
                <a:pathLst>
                  <a:path extrusionOk="0" h="1012" w="529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rect b="b" l="l" r="r" t="t"/>
                <a:pathLst>
                  <a:path extrusionOk="0" h="1124" w="65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rect b="b" l="l" r="r" t="t"/>
                <a:pathLst>
                  <a:path extrusionOk="0" h="762" w="121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rect b="b" l="l" r="r" t="t"/>
                <a:pathLst>
                  <a:path extrusionOk="0" h="753" w="121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rect b="b" l="l" r="r" t="t"/>
                <a:pathLst>
                  <a:path extrusionOk="0" h="122" w="762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rect b="b" l="l" r="r" t="t"/>
                <a:pathLst>
                  <a:path extrusionOk="0" h="122" w="753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rect b="b" l="l" r="r" t="t"/>
                <a:pathLst>
                  <a:path extrusionOk="0" h="455" w="456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rect b="b" l="l" r="r" t="t"/>
                <a:pathLst>
                  <a:path extrusionOk="0" h="572" w="586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rect b="b" l="l" r="r" t="t"/>
                <a:pathLst>
                  <a:path extrusionOk="0" h="455" w="455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rect b="b" l="l" r="r" t="t"/>
                <a:pathLst>
                  <a:path extrusionOk="0" h="578" w="585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rect b="b" l="l" r="r" t="t"/>
                <a:pathLst>
                  <a:path extrusionOk="0" h="455" w="456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rect b="b" l="l" r="r" t="t"/>
                <a:pathLst>
                  <a:path extrusionOk="0" h="578" w="586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rect b="b" l="l" r="r" t="t"/>
                <a:pathLst>
                  <a:path extrusionOk="0" h="455" w="455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rect b="b" l="l" r="r" t="t"/>
                <a:pathLst>
                  <a:path extrusionOk="0" h="572" w="585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rect b="b" l="l" r="r" t="t"/>
                <a:pathLst>
                  <a:path extrusionOk="0" h="910" w="901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rect b="b" l="l" r="r" t="t"/>
                <a:pathLst>
                  <a:path extrusionOk="0" h="493" w="3823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rect b="b" l="l" r="r" t="t"/>
                <a:pathLst>
                  <a:path extrusionOk="0" h="604" w="3935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rect b="b" l="l" r="r" t="t"/>
                <a:pathLst>
                  <a:path extrusionOk="0" h="428" w="2311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rect b="b" l="l" r="r" t="t"/>
                <a:pathLst>
                  <a:path extrusionOk="0" h="316" w="220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rect b="b" l="l" r="r" t="t"/>
                <a:pathLst>
                  <a:path extrusionOk="0" h="437" w="2311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rect b="b" l="l" r="r" t="t"/>
                <a:pathLst>
                  <a:path extrusionOk="0" h="6926" w="7422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rect b="b" l="l" r="r" t="t"/>
                <a:pathLst>
                  <a:path extrusionOk="0" h="7047" w="7246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rect b="b" l="l" r="r" t="t"/>
                <a:pathLst>
                  <a:path extrusionOk="0" h="6929" w="7905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rect b="b" l="l" r="r" t="t"/>
                <a:pathLst>
                  <a:path extrusionOk="0" h="7044" w="7404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rect b="b" l="l" r="r" t="t"/>
                <a:pathLst>
                  <a:path extrusionOk="0" h="1522" w="1495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rect b="b" l="l" r="r" t="t"/>
                <a:pathLst>
                  <a:path extrusionOk="0" h="1696" w="1689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rect b="b" l="l" r="r" t="t"/>
                <a:pathLst>
                  <a:path extrusionOk="0" h="604" w="604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rect b="b" l="l" r="r" t="t"/>
                <a:pathLst>
                  <a:path extrusionOk="0" h="973" w="193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rect b="b" l="l" r="r" t="t"/>
                <a:pathLst>
                  <a:path extrusionOk="0" h="1086" w="2051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rect b="b" l="l" r="r" t="t"/>
                <a:pathLst>
                  <a:path extrusionOk="0" h="1105" w="1096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rect b="b" l="l" r="r" t="t"/>
                <a:pathLst>
                  <a:path extrusionOk="0" h="1216" w="1217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rect b="b" l="l" r="r" t="t"/>
                <a:pathLst>
                  <a:path extrusionOk="0" h="973" w="194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rect b="b" l="l" r="r" t="t"/>
                <a:pathLst>
                  <a:path extrusionOk="0" h="1086" w="2051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rect b="b" l="l" r="r" t="t"/>
                <a:pathLst>
                  <a:path extrusionOk="0" h="1105" w="1096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rect b="b" l="l" r="r" t="t"/>
                <a:pathLst>
                  <a:path extrusionOk="0" h="1216" w="1216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rect b="b" l="l" r="r" t="t"/>
                <a:pathLst>
                  <a:path extrusionOk="0" h="1100" w="2191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rect b="b" l="l" r="r" t="t"/>
                <a:pathLst>
                  <a:path extrusionOk="0" h="1216" w="2301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rect b="b" l="l" r="r" t="t"/>
                <a:pathLst>
                  <a:path extrusionOk="0" h="1253" w="1244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rect b="b" l="l" r="r" t="t"/>
                <a:pathLst>
                  <a:path extrusionOk="0" h="1365" w="1365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rect b="b" l="l" r="r" t="t"/>
                <a:pathLst>
                  <a:path extrusionOk="0" h="718" w="725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rect b="b" l="l" r="r" t="t"/>
                <a:pathLst>
                  <a:path extrusionOk="0" h="1711" w="3841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rect b="b" l="l" r="r" t="t"/>
              <a:pathLst>
                <a:path extrusionOk="0" h="2033" w="2023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rect b="b" l="l" r="r" t="t"/>
              <a:pathLst>
                <a:path extrusionOk="0" h="1188" w="1189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rect b="b" l="l" r="r" t="t"/>
              <a:pathLst>
                <a:path extrusionOk="0" h="2098" w="2097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rect b="b" l="l" r="r" t="t"/>
              <a:pathLst>
                <a:path extrusionOk="0" h="2088" w="2088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rect b="b" l="l" r="r" t="t"/>
              <a:pathLst>
                <a:path extrusionOk="0" h="752" w="122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rect b="b" l="l" r="r" t="t"/>
              <a:pathLst>
                <a:path extrusionOk="0" h="762" w="122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rect b="b" l="l" r="r" t="t"/>
              <a:pathLst>
                <a:path extrusionOk="0" h="112" w="753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rect b="b" l="l" r="r" t="t"/>
              <a:pathLst>
                <a:path extrusionOk="0" h="112" w="762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rect b="b" l="l" r="r" t="t"/>
              <a:pathLst>
                <a:path extrusionOk="0" h="572" w="576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rect b="b" l="l" r="r" t="t"/>
              <a:pathLst>
                <a:path extrusionOk="0" h="569" w="585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rect b="b" l="l" r="r" t="t"/>
              <a:pathLst>
                <a:path extrusionOk="0" h="569" w="576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rect b="b" l="l" r="r" t="t"/>
              <a:pathLst>
                <a:path extrusionOk="0" h="456" w="455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rect b="b" l="l" r="r" t="t"/>
              <a:pathLst>
                <a:path extrusionOk="0" h="572" w="585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rect b="b" l="l" r="r" t="t"/>
              <a:pathLst>
                <a:path extrusionOk="0" h="901" w="901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rect b="b" l="l" r="r" t="t"/>
              <a:pathLst>
                <a:path extrusionOk="0" h="576" w="576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rect b="b" l="l" r="r" t="t"/>
              <a:pathLst>
                <a:path extrusionOk="0" h="576" w="576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rect b="b" l="l" r="r" t="t"/>
              <a:pathLst>
                <a:path extrusionOk="0" h="6879" w="1027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rect b="b" l="l" r="r" t="t"/>
              <a:pathLst>
                <a:path extrusionOk="0" h="7024" w="10391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rect b="b" l="l" r="r" t="t"/>
              <a:pathLst>
                <a:path extrusionOk="0" h="5084" w="5085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rect b="b" l="l" r="r" t="t"/>
              <a:pathLst>
                <a:path extrusionOk="0" h="5196" w="5196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rect b="b" l="l" r="r" t="t"/>
              <a:pathLst>
                <a:path extrusionOk="0" h="1365" w="1364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rect b="b" l="l" r="r" t="t"/>
              <a:pathLst>
                <a:path extrusionOk="0" h="1485" w="1476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rect b="b" l="l" r="r" t="t"/>
              <a:pathLst>
                <a:path extrusionOk="0" h="6872" w="1027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rect b="b" l="l" r="r" t="t"/>
              <a:pathLst>
                <a:path extrusionOk="0" h="7023" w="10382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rect b="b" l="l" r="r" t="t"/>
              <a:pathLst>
                <a:path extrusionOk="0" h="5651" w="143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rect b="b" l="l" r="r" t="t"/>
              <a:pathLst>
                <a:path extrusionOk="0" h="5771" w="155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rect b="b" l="l" r="r" t="t"/>
              <a:pathLst>
                <a:path extrusionOk="0" h="8164" w="1439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rect b="b" l="l" r="r" t="t"/>
              <a:pathLst>
                <a:path extrusionOk="0" h="8276" w="156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rect b="b" l="l" r="r" t="t"/>
              <a:pathLst>
                <a:path extrusionOk="0" h="4704" w="1439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rect b="b" l="l" r="r" t="t"/>
              <a:pathLst>
                <a:path extrusionOk="0" h="4816" w="156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rect b="b" l="l" r="r" t="t"/>
              <a:pathLst>
                <a:path extrusionOk="0" h="2084" w="6588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rect b="b" l="l" r="r" t="t"/>
              <a:pathLst>
                <a:path extrusionOk="0" h="1040" w="104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rect b="b" l="l" r="r" t="t"/>
              <a:pathLst>
                <a:path extrusionOk="0" h="1161" w="1161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rect b="b" l="l" r="r" t="t"/>
              <a:pathLst>
                <a:path extrusionOk="0" h="1040" w="104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rect b="b" l="l" r="r" t="t"/>
              <a:pathLst>
                <a:path extrusionOk="0" h="1161" w="1161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rect b="b" l="l" r="r" t="t"/>
              <a:pathLst>
                <a:path extrusionOk="0" h="1040" w="105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rect b="b" l="l" r="r" t="t"/>
              <a:pathLst>
                <a:path extrusionOk="0" h="1160" w="116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rect b="b" l="l" r="r" t="t"/>
              <a:pathLst>
                <a:path extrusionOk="0" h="4018" w="6374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rect b="b" l="l" r="r" t="t"/>
              <a:pathLst>
                <a:path extrusionOk="0" h="4129" w="6495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rect b="b" l="l" r="r" t="t"/>
              <a:pathLst>
                <a:path extrusionOk="0" h="4599" w="4899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rect b="b" l="l" r="r" t="t"/>
              <a:pathLst>
                <a:path extrusionOk="0" h="4714" w="5011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rect b="b" l="l" r="r" t="t"/>
              <a:pathLst>
                <a:path extrusionOk="0" h="715" w="715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rect b="b" l="l" r="r" t="t"/>
              <a:pathLst>
                <a:path extrusionOk="0" h="715" w="716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rect b="b" l="l" r="r" t="t"/>
              <a:pathLst>
                <a:path extrusionOk="0" h="715" w="715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rect b="b" l="l" r="r" t="t"/>
              <a:pathLst>
                <a:path extrusionOk="0" h="4354" w="4639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rect b="b" l="l" r="r" t="t"/>
              <a:pathLst>
                <a:path extrusionOk="0" h="4463" w="4751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rect b="b" l="l" r="r" t="t"/>
              <a:pathLst>
                <a:path extrusionOk="0" h="688" w="688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rect b="b" l="l" r="r" t="t"/>
              <a:pathLst>
                <a:path extrusionOk="0" h="688" w="687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rect b="b" l="l" r="r" t="t"/>
              <a:pathLst>
                <a:path extrusionOk="0" h="688" w="687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rect b="b" l="l" r="r" t="t"/>
              <a:pathLst>
                <a:path extrusionOk="0" h="3696" w="3795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rect b="b" l="l" r="r" t="t"/>
              <a:pathLst>
                <a:path extrusionOk="0" h="3809" w="386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rect b="b" l="l" r="r" t="t"/>
              <a:pathLst>
                <a:path extrusionOk="0" h="1987" w="1986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rect b="b" l="l" r="r" t="t"/>
              <a:pathLst>
                <a:path extrusionOk="0" h="2107" w="2107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rect b="b" l="l" r="r" t="t"/>
              <a:pathLst>
                <a:path extrusionOk="0" h="2802" w="2811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rect b="b" l="l" r="r" t="t"/>
              <a:pathLst>
                <a:path extrusionOk="0" h="2923" w="2923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rect b="b" l="l" r="r" t="t"/>
              <a:pathLst>
                <a:path extrusionOk="0" h="1453" w="2051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rect b="b" l="l" r="r" t="t"/>
              <a:pathLst>
                <a:path extrusionOk="0" h="1569" w="1578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rect b="b" l="l" r="r" t="t"/>
              <a:pathLst>
                <a:path extrusionOk="0" h="1690" w="169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rect b="b" l="l" r="r" t="t"/>
              <a:pathLst>
                <a:path extrusionOk="0" h="22423" w="37163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rect b="b" l="l" r="r" t="t"/>
              <a:pathLst>
                <a:path extrusionOk="0" h="22534" w="37275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rect b="b" l="l" r="r" t="t"/>
              <a:pathLst>
                <a:path extrusionOk="0" h="19195" w="33221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rect b="b" l="l" r="r" t="t"/>
              <a:pathLst>
                <a:path extrusionOk="0" h="19315" w="33341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rect b="b" l="l" r="r" t="t"/>
              <a:pathLst>
                <a:path extrusionOk="0" h="632" w="641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rect b="b" l="l" r="r" t="t"/>
              <a:pathLst>
                <a:path extrusionOk="0" h="761" w="762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rect b="b" l="l" r="r" t="t"/>
              <a:pathLst>
                <a:path extrusionOk="0" h="6467" w="10595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rect b="b" l="l" r="r" t="t"/>
              <a:pathLst>
                <a:path extrusionOk="0" h="6578" w="10725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rect b="b" l="l" r="r" t="t"/>
              <a:pathLst>
                <a:path extrusionOk="0" h="6467" w="10595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rect b="b" l="l" r="r" t="t"/>
              <a:pathLst>
                <a:path extrusionOk="0" h="6578" w="10725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rect b="b" l="l" r="r" t="t"/>
              <a:pathLst>
                <a:path extrusionOk="0" h="3628" w="37164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rect b="b" l="l" r="r" t="t"/>
              <a:pathLst>
                <a:path extrusionOk="0" h="3749" w="37275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rect b="b" l="l" r="r" t="t"/>
              <a:pathLst>
                <a:path extrusionOk="0" h="1569" w="1578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rect b="b" l="l" r="r" t="t"/>
              <a:pathLst>
                <a:path extrusionOk="0" h="1727" w="18239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rect b="b" l="l" r="r" t="t"/>
              <a:pathLst>
                <a:path extrusionOk="0" h="1847" w="1835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rect b="b" l="l" r="r" t="t"/>
              <a:pathLst>
                <a:path extrusionOk="0" h="864" w="912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rect b="b" l="l" r="r" t="t"/>
              <a:pathLst>
                <a:path extrusionOk="0" h="984" w="924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rect b="b" l="l" r="r" t="t"/>
              <a:pathLst>
                <a:path extrusionOk="0" h="14129" w="9844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rect b="b" l="l" r="r" t="t"/>
              <a:pathLst>
                <a:path extrusionOk="0" h="14241" w="9955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rect b="b" l="l" r="r" t="t"/>
              <a:pathLst>
                <a:path extrusionOk="0" h="3284" w="3285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rect b="b" l="l" r="r" t="t"/>
              <a:pathLst>
                <a:path extrusionOk="0" h="390" w="39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rect b="b" l="l" r="r" t="t"/>
              <a:pathLst>
                <a:path extrusionOk="0" h="390" w="382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rect b="b" l="l" r="r" t="t"/>
              <a:pathLst>
                <a:path extrusionOk="0" h="390" w="39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rect b="b" l="l" r="r" t="t"/>
              <a:pathLst>
                <a:path extrusionOk="0" h="121" w="3025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rect b="b" l="l" r="r" t="t"/>
              <a:pathLst>
                <a:path extrusionOk="0" h="121" w="3025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rect b="b" l="l" r="r" t="t"/>
              <a:pathLst>
                <a:path extrusionOk="0" h="113" w="3025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rect b="b" l="l" r="r" t="t"/>
              <a:pathLst>
                <a:path extrusionOk="0" h="3285" w="3275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rect b="b" l="l" r="r" t="t"/>
              <a:pathLst>
                <a:path extrusionOk="0" h="122" w="2904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rect b="b" l="l" r="r" t="t"/>
              <a:pathLst>
                <a:path extrusionOk="0" h="113" w="2904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rect b="b" l="l" r="r" t="t"/>
              <a:pathLst>
                <a:path extrusionOk="0" h="113" w="2904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rect b="b" l="l" r="r" t="t"/>
              <a:pathLst>
                <a:path extrusionOk="0" h="112" w="3267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rect b="b" l="l" r="r" t="t"/>
              <a:pathLst>
                <a:path extrusionOk="0" h="112" w="2515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rect b="b" l="l" r="r" t="t"/>
              <a:pathLst>
                <a:path extrusionOk="0" h="112" w="4945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rect b="b" l="l" r="r" t="t"/>
              <a:pathLst>
                <a:path extrusionOk="0" h="826" w="79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rect b="b" l="l" r="r" t="t"/>
              <a:pathLst>
                <a:path extrusionOk="0" h="966" w="91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rect b="b" l="l" r="r" t="t"/>
              <a:pathLst>
                <a:path extrusionOk="0" h="2283" w="2348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rect b="b" l="l" r="r" t="t"/>
              <a:pathLst>
                <a:path extrusionOk="0" h="2407" w="2432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rect b="b" l="l" r="r" t="t"/>
              <a:pathLst>
                <a:path extrusionOk="0" h="2419" w="2765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rect b="b" l="l" r="r" t="t"/>
              <a:pathLst>
                <a:path extrusionOk="0" h="2537" w="2756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rect b="b" l="l" r="r" t="t"/>
              <a:pathLst>
                <a:path extrusionOk="0" h="1680" w="1671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rect b="b" l="l" r="r" t="t"/>
              <a:pathLst>
                <a:path extrusionOk="0" h="1792" w="1801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rect b="b" l="l" r="r" t="t"/>
              <a:pathLst>
                <a:path extrusionOk="0" h="1187" w="1355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rect b="b" l="l" r="r" t="t"/>
              <a:pathLst>
                <a:path extrusionOk="0" h="1309" w="1485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rect b="b" l="l" r="r" t="t"/>
              <a:pathLst>
                <a:path extrusionOk="0" h="586" w="595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rect b="b" l="l" r="r" t="t"/>
              <a:pathLst>
                <a:path extrusionOk="0" h="706" w="706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rect b="b" l="l" r="r" t="t"/>
              <a:pathLst>
                <a:path extrusionOk="0" h="982" w="864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rect b="b" l="l" r="r" t="t"/>
              <a:pathLst>
                <a:path extrusionOk="0" h="1049" w="919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rect b="b" l="l" r="r" t="t"/>
              <a:pathLst>
                <a:path extrusionOk="0" h="325" w="335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rect b="b" l="l" r="r" t="t"/>
              <a:pathLst>
                <a:path extrusionOk="0" h="381" w="382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rect b="b" l="l" r="r" t="t"/>
              <a:pathLst>
                <a:path extrusionOk="0" h="320" w="325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rect b="b" l="l" r="r" t="t"/>
              <a:pathLst>
                <a:path extrusionOk="0" h="385" w="381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rect b="b" l="l" r="r" t="t"/>
              <a:pathLst>
                <a:path extrusionOk="0" h="4389" w="309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rect b="b" l="l" r="r" t="t"/>
              <a:pathLst>
                <a:path extrusionOk="0" h="4509" w="3211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rect b="b" l="l" r="r" t="t"/>
              <a:pathLst>
                <a:path extrusionOk="0" h="4723" w="4723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rect b="b" l="l" r="r" t="t"/>
              <a:pathLst>
                <a:path extrusionOk="0" h="4834" w="4844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rect b="b" l="l" r="r" t="t"/>
              <a:pathLst>
                <a:path extrusionOk="0" h="1773" w="2394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rect b="b" l="l" r="r" t="t"/>
              <a:pathLst>
                <a:path extrusionOk="0" h="1893" w="2506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rect b="b" l="l" r="r" t="t"/>
              <a:pathLst>
                <a:path extrusionOk="0" h="654" w="2394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rect b="b" l="l" r="r" t="t"/>
              <a:pathLst>
                <a:path extrusionOk="0" h="762" w="245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rect b="b" l="l" r="r" t="t"/>
              <a:pathLst>
                <a:path extrusionOk="0" h="3545" w="6569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rect b="b" l="l" r="r" t="t"/>
              <a:pathLst>
                <a:path extrusionOk="0" h="3545" w="6569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rect b="b" l="l" r="r" t="t"/>
              <a:pathLst>
                <a:path extrusionOk="0" h="3656" w="669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rect b="b" l="l" r="r" t="t"/>
              <a:pathLst>
                <a:path extrusionOk="0" h="112" w="220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rect b="b" l="l" r="r" t="t"/>
              <a:pathLst>
                <a:path extrusionOk="0" h="112" w="1968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rect b="b" l="l" r="r" t="t"/>
              <a:pathLst>
                <a:path extrusionOk="0" h="122" w="1977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rect b="b" l="l" r="r" t="t"/>
              <a:pathLst>
                <a:path extrusionOk="0" h="112" w="1977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rect b="b" l="l" r="r" t="t"/>
              <a:pathLst>
                <a:path extrusionOk="0" h="112" w="1337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rect b="b" l="l" r="r" t="t"/>
              <a:pathLst>
                <a:path extrusionOk="0" h="122" w="863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rect b="b" l="l" r="r" t="t"/>
              <a:pathLst>
                <a:path extrusionOk="0" h="4398" w="6569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rect b="b" l="l" r="r" t="t"/>
              <a:pathLst>
                <a:path extrusionOk="0" h="4518" w="669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rect b="b" l="l" r="r" t="t"/>
              <a:pathLst>
                <a:path extrusionOk="0" h="344" w="344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rect b="b" l="l" r="r" t="t"/>
              <a:pathLst>
                <a:path extrusionOk="0" h="3044" w="3044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rect b="b" l="l" r="r" t="t"/>
              <a:pathLst>
                <a:path extrusionOk="0" h="3164" w="3155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rect b="b" l="l" r="r" t="t"/>
              <a:pathLst>
                <a:path extrusionOk="0" h="2394" w="2394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rect b="b" l="l" r="r" t="t"/>
              <a:pathLst>
                <a:path extrusionOk="0" h="2506" w="2506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rect b="b" l="l" r="r" t="t"/>
              <a:pathLst>
                <a:path extrusionOk="0" h="762" w="678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rect b="b" l="l" r="r" t="t"/>
              <a:pathLst>
                <a:path extrusionOk="0" h="363" w="363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rect b="b" l="l" r="r" t="t"/>
              <a:pathLst>
                <a:path extrusionOk="0" h="474" w="474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rect b="b" l="l" r="r" t="t"/>
              <a:pathLst>
                <a:path extrusionOk="0" h="8693" w="977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rect b="b" l="l" r="r" t="t"/>
              <a:pathLst>
                <a:path extrusionOk="0" h="8805" w="9899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rect b="b" l="l" r="r" t="t"/>
              <a:pathLst>
                <a:path extrusionOk="0" h="2942" w="3229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rect b="b" l="l" r="r" t="t"/>
              <a:pathLst>
                <a:path extrusionOk="0" h="3062" w="3053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rect b="b" l="l" r="r" t="t"/>
              <a:pathLst>
                <a:path extrusionOk="0" h="676" w="1336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rect b="b" l="l" r="r" t="t"/>
              <a:pathLst>
                <a:path extrusionOk="0" h="789" w="1457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rect b="b" l="l" r="r" t="t"/>
              <a:pathLst>
                <a:path extrusionOk="0" h="762" w="762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rect b="b" l="l" r="r" t="t"/>
              <a:pathLst>
                <a:path extrusionOk="0" h="882" w="883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rect b="b" l="l" r="r" t="t"/>
              <a:pathLst>
                <a:path extrusionOk="0" h="1031" w="5706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rect b="b" l="l" r="r" t="t"/>
              <a:pathLst>
                <a:path extrusionOk="0" h="1142" w="5827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rect b="b" l="l" r="r" t="t"/>
              <a:pathLst>
                <a:path extrusionOk="0" h="1030" w="5706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rect b="b" l="l" r="r" t="t"/>
              <a:pathLst>
                <a:path extrusionOk="0" h="1151" w="5827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rect b="b" l="l" r="r" t="t"/>
              <a:pathLst>
                <a:path extrusionOk="0" h="186" w="1643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rect b="b" l="l" r="r" t="t"/>
              <a:pathLst>
                <a:path extrusionOk="0" h="681" w="697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rect b="b" l="l" r="r" t="t"/>
              <a:pathLst>
                <a:path extrusionOk="0" h="681" w="697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rect b="b" l="l" r="r" t="t"/>
              <a:pathLst>
                <a:path extrusionOk="0" h="4723" w="809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rect b="b" l="l" r="r" t="t"/>
              <a:pathLst>
                <a:path extrusionOk="0" h="3535" w="1263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rect b="b" l="l" r="r" t="t"/>
              <a:pathLst>
                <a:path extrusionOk="0" h="3656" w="1374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rect b="b" l="l" r="r" t="t"/>
              <a:pathLst>
                <a:path extrusionOk="0" h="1995" w="1262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rect b="b" l="l" r="r" t="t"/>
              <a:pathLst>
                <a:path extrusionOk="0" h="2116" w="1374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rect b="b" l="l" r="r" t="t"/>
              <a:pathLst>
                <a:path extrusionOk="0" h="3415" w="1254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rect b="b" l="l" r="r" t="t"/>
              <a:pathLst>
                <a:path extrusionOk="0" h="3527" w="1384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rect b="b" l="l" r="r" t="t"/>
              <a:pathLst>
                <a:path extrusionOk="0" h="1875" w="1263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rect b="b" l="l" r="r" t="t"/>
              <a:pathLst>
                <a:path extrusionOk="0" h="1987" w="1374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rect b="b" l="l" r="r" t="t"/>
              <a:pathLst>
                <a:path extrusionOk="0" h="1096" w="1263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rect b="b" l="l" r="r" t="t"/>
              <a:pathLst>
                <a:path extrusionOk="0" h="1207" w="1374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rect b="b" l="l" r="r" t="t"/>
              <a:pathLst>
                <a:path extrusionOk="0" h="1022" w="1262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rect b="b" l="l" r="r" t="t"/>
              <a:pathLst>
                <a:path extrusionOk="0" h="1133" w="1374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rect b="b" l="l" r="r" t="t"/>
              <a:pathLst>
                <a:path extrusionOk="0" h="511" w="1263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rect b="b" l="l" r="r" t="t"/>
              <a:pathLst>
                <a:path extrusionOk="0" h="631" w="1383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rect b="b" l="l" r="r" t="t"/>
              <a:pathLst>
                <a:path extrusionOk="0" h="474" w="1262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rect b="b" l="l" r="r" t="t"/>
              <a:pathLst>
                <a:path extrusionOk="0" h="604" w="1383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rect b="b" l="l" r="r" t="t"/>
              <a:pathLst>
                <a:path extrusionOk="0" h="1953" w="2876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rect b="b" l="l" r="r" t="t"/>
              <a:pathLst>
                <a:path extrusionOk="0" h="1022" w="864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rect b="b" l="l" r="r" t="t"/>
              <a:pathLst>
                <a:path extrusionOk="0" h="121" w="4889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rect b="b" l="l" r="r" t="t"/>
              <a:pathLst>
                <a:path extrusionOk="0" h="753" w="207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1"/>
          <p:cNvSpPr txBox="1"/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Chain Of Product</a:t>
            </a:r>
            <a:r>
              <a:rPr lang="en" sz="4600"/>
              <a:t> 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/>
              <a:t>Network and Computer Security</a:t>
            </a:r>
            <a:endParaRPr b="0" sz="2700"/>
          </a:p>
        </p:txBody>
      </p:sp>
      <p:sp>
        <p:nvSpPr>
          <p:cNvPr id="705" name="Google Shape;705;p21"/>
          <p:cNvSpPr txBox="1"/>
          <p:nvPr>
            <p:ph idx="1" type="subTitle"/>
          </p:nvPr>
        </p:nvSpPr>
        <p:spPr>
          <a:xfrm>
            <a:off x="713225" y="3747251"/>
            <a:ext cx="4370100" cy="7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Afonso Rosa 106700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Lourenço Calhau 103396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Nickolas Ficker 116178</a:t>
            </a:r>
            <a:endParaRPr sz="1200"/>
          </a:p>
        </p:txBody>
      </p:sp>
      <p:pic>
        <p:nvPicPr>
          <p:cNvPr id="706" name="Google Shape;7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400" y="2475625"/>
            <a:ext cx="1250225" cy="75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7" name="Google Shape;707;p21"/>
          <p:cNvGrpSpPr/>
          <p:nvPr/>
        </p:nvGrpSpPr>
        <p:grpSpPr>
          <a:xfrm>
            <a:off x="5134740" y="1233473"/>
            <a:ext cx="3105738" cy="2668894"/>
            <a:chOff x="5148240" y="1213448"/>
            <a:chExt cx="3105738" cy="2668894"/>
          </a:xfrm>
        </p:grpSpPr>
        <p:sp>
          <p:nvSpPr>
            <p:cNvPr id="708" name="Google Shape;708;p21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6048099" y="1992822"/>
              <a:ext cx="6608" cy="77234"/>
            </a:xfrm>
            <a:custGeom>
              <a:rect b="b" l="l" r="r" t="t"/>
              <a:pathLst>
                <a:path extrusionOk="0" h="1309" w="112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6344236" y="1821005"/>
              <a:ext cx="327346" cy="131399"/>
            </a:xfrm>
            <a:custGeom>
              <a:rect b="b" l="l" r="r" t="t"/>
              <a:pathLst>
                <a:path extrusionOk="0" h="2227" w="5548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7379802" y="2174552"/>
              <a:ext cx="423166" cy="165915"/>
            </a:xfrm>
            <a:custGeom>
              <a:rect b="b" l="l" r="r" t="t"/>
              <a:pathLst>
                <a:path extrusionOk="0" h="2812" w="7172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1"/>
            <p:cNvSpPr/>
            <p:nvPr/>
          </p:nvSpPr>
          <p:spPr>
            <a:xfrm flipH="1" rot="10800000">
              <a:off x="7795115" y="2358403"/>
              <a:ext cx="85436" cy="160428"/>
            </a:xfrm>
            <a:custGeom>
              <a:rect b="b" l="l" r="r" t="t"/>
              <a:pathLst>
                <a:path extrusionOk="0" h="2719" w="1448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1"/>
            <p:cNvSpPr/>
            <p:nvPr/>
          </p:nvSpPr>
          <p:spPr>
            <a:xfrm>
              <a:off x="7173999" y="2988502"/>
              <a:ext cx="6608" cy="43839"/>
            </a:xfrm>
            <a:custGeom>
              <a:rect b="b" l="l" r="r" t="t"/>
              <a:pathLst>
                <a:path extrusionOk="0" h="743" w="112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7107797" y="2959472"/>
              <a:ext cx="43839" cy="6608"/>
            </a:xfrm>
            <a:custGeom>
              <a:rect b="b" l="l" r="r" t="t"/>
              <a:pathLst>
                <a:path extrusionOk="0" h="112" w="743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7126914" y="2979592"/>
              <a:ext cx="33985" cy="33572"/>
            </a:xfrm>
            <a:custGeom>
              <a:rect b="b" l="l" r="r" t="t"/>
              <a:pathLst>
                <a:path extrusionOk="0" h="569" w="576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7126914" y="2912270"/>
              <a:ext cx="33985" cy="33041"/>
            </a:xfrm>
            <a:custGeom>
              <a:rect b="b" l="l" r="r" t="t"/>
              <a:pathLst>
                <a:path extrusionOk="0" h="560" w="576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5615133" y="3875734"/>
              <a:ext cx="879668" cy="6608"/>
            </a:xfrm>
            <a:custGeom>
              <a:rect b="b" l="l" r="r" t="t"/>
              <a:pathLst>
                <a:path extrusionOk="0" h="112" w="14909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7134585" y="1285137"/>
              <a:ext cx="959027" cy="662893"/>
            </a:xfrm>
            <a:custGeom>
              <a:rect b="b" l="l" r="r" t="t"/>
              <a:pathLst>
                <a:path extrusionOk="0" h="11235" w="16254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7131340" y="1281833"/>
              <a:ext cx="965576" cy="670032"/>
            </a:xfrm>
            <a:custGeom>
              <a:rect b="b" l="l" r="r" t="t"/>
              <a:pathLst>
                <a:path extrusionOk="0" h="11356" w="16365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7204681" y="1349156"/>
              <a:ext cx="818837" cy="535389"/>
            </a:xfrm>
            <a:custGeom>
              <a:rect b="b" l="l" r="r" t="t"/>
              <a:pathLst>
                <a:path extrusionOk="0" h="9074" w="13878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7201376" y="1345320"/>
              <a:ext cx="825445" cy="542469"/>
            </a:xfrm>
            <a:custGeom>
              <a:rect b="b" l="l" r="r" t="t"/>
              <a:pathLst>
                <a:path extrusionOk="0" h="9194" w="139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7201376" y="1512300"/>
              <a:ext cx="6608" cy="180666"/>
            </a:xfrm>
            <a:custGeom>
              <a:rect b="b" l="l" r="r" t="t"/>
              <a:pathLst>
                <a:path extrusionOk="0" h="3062" w="112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7603130" y="1307027"/>
              <a:ext cx="21949" cy="21418"/>
            </a:xfrm>
            <a:custGeom>
              <a:rect b="b" l="l" r="r" t="t"/>
              <a:pathLst>
                <a:path extrusionOk="0" h="363" w="372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6977518" y="1943023"/>
              <a:ext cx="1272625" cy="86026"/>
            </a:xfrm>
            <a:custGeom>
              <a:rect b="b" l="l" r="r" t="t"/>
              <a:pathLst>
                <a:path extrusionOk="0" h="1458" w="21569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6974214" y="1939778"/>
              <a:ext cx="1279764" cy="92516"/>
            </a:xfrm>
            <a:custGeom>
              <a:rect b="b" l="l" r="r" t="t"/>
              <a:pathLst>
                <a:path extrusionOk="0" h="1568" w="2169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6986251" y="2005449"/>
              <a:ext cx="1255160" cy="6608"/>
            </a:xfrm>
            <a:custGeom>
              <a:rect b="b" l="l" r="r" t="t"/>
              <a:pathLst>
                <a:path extrusionOk="0" h="112" w="21273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7492557" y="1948511"/>
              <a:ext cx="243090" cy="26905"/>
            </a:xfrm>
            <a:custGeom>
              <a:rect b="b" l="l" r="r" t="t"/>
              <a:pathLst>
                <a:path extrusionOk="0" h="456" w="412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7489253" y="1945206"/>
              <a:ext cx="249699" cy="33454"/>
            </a:xfrm>
            <a:custGeom>
              <a:rect b="b" l="l" r="r" t="t"/>
              <a:pathLst>
                <a:path extrusionOk="0" h="567" w="4232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7368297" y="1450405"/>
              <a:ext cx="438507" cy="375551"/>
            </a:xfrm>
            <a:custGeom>
              <a:rect b="b" l="l" r="r" t="t"/>
              <a:pathLst>
                <a:path extrusionOk="0" h="6365" w="7432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1"/>
            <p:cNvSpPr/>
            <p:nvPr/>
          </p:nvSpPr>
          <p:spPr>
            <a:xfrm>
              <a:off x="7397326" y="1420844"/>
              <a:ext cx="438507" cy="375551"/>
            </a:xfrm>
            <a:custGeom>
              <a:rect b="b" l="l" r="r" t="t"/>
              <a:pathLst>
                <a:path extrusionOk="0" h="6365" w="7432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7394022" y="1417599"/>
              <a:ext cx="445646" cy="382100"/>
            </a:xfrm>
            <a:custGeom>
              <a:rect b="b" l="l" r="r" t="t"/>
              <a:pathLst>
                <a:path extrusionOk="0" h="6476" w="7553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7464649" y="1618446"/>
              <a:ext cx="302742" cy="40594"/>
            </a:xfrm>
            <a:custGeom>
              <a:rect b="b" l="l" r="r" t="t"/>
              <a:pathLst>
                <a:path extrusionOk="0" h="688" w="5131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7461345" y="1615201"/>
              <a:ext cx="309881" cy="47084"/>
            </a:xfrm>
            <a:custGeom>
              <a:rect b="b" l="l" r="r" t="t"/>
              <a:pathLst>
                <a:path extrusionOk="0" h="798" w="5252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7497514" y="1629421"/>
              <a:ext cx="235420" cy="16993"/>
            </a:xfrm>
            <a:custGeom>
              <a:rect b="b" l="l" r="r" t="t"/>
              <a:pathLst>
                <a:path extrusionOk="0" h="288" w="399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7517221" y="1681934"/>
              <a:ext cx="198189" cy="23601"/>
            </a:xfrm>
            <a:custGeom>
              <a:rect b="b" l="l" r="r" t="t"/>
              <a:pathLst>
                <a:path extrusionOk="0" h="400" w="3359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7513917" y="1678689"/>
              <a:ext cx="204739" cy="30150"/>
            </a:xfrm>
            <a:custGeom>
              <a:rect b="b" l="l" r="r" t="t"/>
              <a:pathLst>
                <a:path extrusionOk="0" h="511" w="347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7557166" y="1687952"/>
              <a:ext cx="10974" cy="11564"/>
            </a:xfrm>
            <a:custGeom>
              <a:rect b="b" l="l" r="r" t="t"/>
              <a:pathLst>
                <a:path extrusionOk="0" h="196" w="18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1"/>
            <p:cNvSpPr/>
            <p:nvPr/>
          </p:nvSpPr>
          <p:spPr>
            <a:xfrm>
              <a:off x="7579056" y="1687952"/>
              <a:ext cx="10974" cy="11564"/>
            </a:xfrm>
            <a:custGeom>
              <a:rect b="b" l="l" r="r" t="t"/>
              <a:pathLst>
                <a:path extrusionOk="0" h="196" w="186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1"/>
            <p:cNvSpPr/>
            <p:nvPr/>
          </p:nvSpPr>
          <p:spPr>
            <a:xfrm>
              <a:off x="7599294" y="1687952"/>
              <a:ext cx="11564" cy="11564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1"/>
            <p:cNvSpPr/>
            <p:nvPr/>
          </p:nvSpPr>
          <p:spPr>
            <a:xfrm>
              <a:off x="7621185" y="1687952"/>
              <a:ext cx="11564" cy="11564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1"/>
            <p:cNvSpPr/>
            <p:nvPr/>
          </p:nvSpPr>
          <p:spPr>
            <a:xfrm>
              <a:off x="7642544" y="1687952"/>
              <a:ext cx="11564" cy="11564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7664434" y="1687952"/>
              <a:ext cx="11564" cy="11564"/>
            </a:xfrm>
            <a:custGeom>
              <a:rect b="b" l="l" r="r" t="t"/>
              <a:pathLst>
                <a:path extrusionOk="0" h="196" w="196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7552800" y="1465215"/>
              <a:ext cx="126442" cy="126501"/>
            </a:xfrm>
            <a:custGeom>
              <a:rect b="b" l="l" r="r" t="t"/>
              <a:pathLst>
                <a:path extrusionOk="0" h="2144" w="2143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7549496" y="1461380"/>
              <a:ext cx="133582" cy="134172"/>
            </a:xfrm>
            <a:custGeom>
              <a:rect b="b" l="l" r="r" t="t"/>
              <a:pathLst>
                <a:path extrusionOk="0" h="2274" w="2264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7587789" y="1532007"/>
              <a:ext cx="56465" cy="28498"/>
            </a:xfrm>
            <a:custGeom>
              <a:rect b="b" l="l" r="r" t="t"/>
              <a:pathLst>
                <a:path extrusionOk="0" h="483" w="957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7584544" y="1528702"/>
              <a:ext cx="63546" cy="35106"/>
            </a:xfrm>
            <a:custGeom>
              <a:rect b="b" l="l" r="r" t="t"/>
              <a:pathLst>
                <a:path extrusionOk="0" h="595" w="1077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7600415" y="1496428"/>
              <a:ext cx="31802" cy="31802"/>
            </a:xfrm>
            <a:custGeom>
              <a:rect b="b" l="l" r="r" t="t"/>
              <a:pathLst>
                <a:path extrusionOk="0" h="539" w="539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7597111" y="1493123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7569203" y="1724121"/>
              <a:ext cx="93637" cy="29029"/>
            </a:xfrm>
            <a:custGeom>
              <a:rect b="b" l="l" r="r" t="t"/>
              <a:pathLst>
                <a:path extrusionOk="0" h="492" w="1587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7565898" y="1720817"/>
              <a:ext cx="100245" cy="36169"/>
            </a:xfrm>
            <a:custGeom>
              <a:rect b="b" l="l" r="r" t="t"/>
              <a:pathLst>
                <a:path extrusionOk="0" h="613" w="1699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6772246" y="1753682"/>
              <a:ext cx="559993" cy="977022"/>
            </a:xfrm>
            <a:custGeom>
              <a:rect b="b" l="l" r="r" t="t"/>
              <a:pathLst>
                <a:path extrusionOk="0" h="16559" w="9491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6731179" y="1693971"/>
              <a:ext cx="559993" cy="995726"/>
            </a:xfrm>
            <a:custGeom>
              <a:rect b="b" l="l" r="r" t="t"/>
              <a:pathLst>
                <a:path extrusionOk="0" h="16876" w="9491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6727934" y="1690725"/>
              <a:ext cx="566542" cy="1002216"/>
            </a:xfrm>
            <a:custGeom>
              <a:rect b="b" l="l" r="r" t="t"/>
              <a:pathLst>
                <a:path extrusionOk="0" h="16986" w="9602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6732301" y="1693971"/>
              <a:ext cx="558341" cy="80538"/>
            </a:xfrm>
            <a:custGeom>
              <a:rect b="b" l="l" r="r" t="t"/>
              <a:pathLst>
                <a:path extrusionOk="0" h="1365" w="9463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6728465" y="1690725"/>
              <a:ext cx="565480" cy="87088"/>
            </a:xfrm>
            <a:custGeom>
              <a:rect b="b" l="l" r="r" t="t"/>
              <a:pathLst>
                <a:path extrusionOk="0" h="1476" w="9584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7140072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1"/>
            <p:cNvSpPr/>
            <p:nvPr/>
          </p:nvSpPr>
          <p:spPr>
            <a:xfrm>
              <a:off x="7189871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1"/>
            <p:cNvSpPr/>
            <p:nvPr/>
          </p:nvSpPr>
          <p:spPr>
            <a:xfrm>
              <a:off x="7240791" y="1723531"/>
              <a:ext cx="24132" cy="24191"/>
            </a:xfrm>
            <a:custGeom>
              <a:rect b="b" l="l" r="r" t="t"/>
              <a:pathLst>
                <a:path extrusionOk="0" h="410" w="409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6820392" y="1885023"/>
              <a:ext cx="176889" cy="6608"/>
            </a:xfrm>
            <a:custGeom>
              <a:rect b="b" l="l" r="r" t="t"/>
              <a:pathLst>
                <a:path extrusionOk="0" h="112" w="2998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7032804" y="1885023"/>
              <a:ext cx="67912" cy="6608"/>
            </a:xfrm>
            <a:custGeom>
              <a:rect b="b" l="l" r="r" t="t"/>
              <a:pathLst>
                <a:path extrusionOk="0" h="112" w="1151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1"/>
            <p:cNvSpPr/>
            <p:nvPr/>
          </p:nvSpPr>
          <p:spPr>
            <a:xfrm>
              <a:off x="7142255" y="1885023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1"/>
            <p:cNvSpPr/>
            <p:nvPr/>
          </p:nvSpPr>
          <p:spPr>
            <a:xfrm>
              <a:off x="7027848" y="2016364"/>
              <a:ext cx="176889" cy="7198"/>
            </a:xfrm>
            <a:custGeom>
              <a:rect b="b" l="l" r="r" t="t"/>
              <a:pathLst>
                <a:path extrusionOk="0" h="122" w="2998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6924415" y="2016364"/>
              <a:ext cx="67912" cy="7198"/>
            </a:xfrm>
            <a:custGeom>
              <a:rect b="b" l="l" r="r" t="t"/>
              <a:pathLst>
                <a:path extrusionOk="0" h="122" w="1151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6820392" y="2016364"/>
              <a:ext cx="62484" cy="7198"/>
            </a:xfrm>
            <a:custGeom>
              <a:rect b="b" l="l" r="r" t="t"/>
              <a:pathLst>
                <a:path extrusionOk="0" h="122" w="1059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6820392" y="1950163"/>
              <a:ext cx="94227" cy="6608"/>
            </a:xfrm>
            <a:custGeom>
              <a:rect b="b" l="l" r="r" t="t"/>
              <a:pathLst>
                <a:path extrusionOk="0" h="112" w="1597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6945184" y="1950163"/>
              <a:ext cx="155531" cy="6608"/>
            </a:xfrm>
            <a:custGeom>
              <a:rect b="b" l="l" r="r" t="t"/>
              <a:pathLst>
                <a:path extrusionOk="0" h="112" w="2636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7142255" y="1950163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1"/>
            <p:cNvSpPr/>
            <p:nvPr/>
          </p:nvSpPr>
          <p:spPr>
            <a:xfrm>
              <a:off x="6820392" y="2074955"/>
              <a:ext cx="176889" cy="7198"/>
            </a:xfrm>
            <a:custGeom>
              <a:rect b="b" l="l" r="r" t="t"/>
              <a:pathLst>
                <a:path extrusionOk="0" h="122" w="2998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1"/>
            <p:cNvSpPr/>
            <p:nvPr/>
          </p:nvSpPr>
          <p:spPr>
            <a:xfrm>
              <a:off x="7032804" y="2074955"/>
              <a:ext cx="67912" cy="7198"/>
            </a:xfrm>
            <a:custGeom>
              <a:rect b="b" l="l" r="r" t="t"/>
              <a:pathLst>
                <a:path extrusionOk="0" h="122" w="115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1"/>
            <p:cNvSpPr/>
            <p:nvPr/>
          </p:nvSpPr>
          <p:spPr>
            <a:xfrm>
              <a:off x="6820392" y="2286245"/>
              <a:ext cx="176889" cy="6608"/>
            </a:xfrm>
            <a:custGeom>
              <a:rect b="b" l="l" r="r" t="t"/>
              <a:pathLst>
                <a:path extrusionOk="0" h="112" w="2998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1"/>
            <p:cNvSpPr/>
            <p:nvPr/>
          </p:nvSpPr>
          <p:spPr>
            <a:xfrm>
              <a:off x="7032804" y="2286245"/>
              <a:ext cx="67912" cy="6608"/>
            </a:xfrm>
            <a:custGeom>
              <a:rect b="b" l="l" r="r" t="t"/>
              <a:pathLst>
                <a:path extrusionOk="0" h="112" w="1151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1"/>
            <p:cNvSpPr/>
            <p:nvPr/>
          </p:nvSpPr>
          <p:spPr>
            <a:xfrm>
              <a:off x="7142255" y="2074955"/>
              <a:ext cx="62484" cy="7198"/>
            </a:xfrm>
            <a:custGeom>
              <a:rect b="b" l="l" r="r" t="t"/>
              <a:pathLst>
                <a:path extrusionOk="0" h="122" w="1059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1"/>
            <p:cNvSpPr/>
            <p:nvPr/>
          </p:nvSpPr>
          <p:spPr>
            <a:xfrm>
              <a:off x="7027848" y="2206886"/>
              <a:ext cx="176889" cy="6608"/>
            </a:xfrm>
            <a:custGeom>
              <a:rect b="b" l="l" r="r" t="t"/>
              <a:pathLst>
                <a:path extrusionOk="0" h="112" w="2998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1"/>
            <p:cNvSpPr/>
            <p:nvPr/>
          </p:nvSpPr>
          <p:spPr>
            <a:xfrm>
              <a:off x="6924415" y="2206886"/>
              <a:ext cx="67912" cy="6608"/>
            </a:xfrm>
            <a:custGeom>
              <a:rect b="b" l="l" r="r" t="t"/>
              <a:pathLst>
                <a:path extrusionOk="0" h="112" w="1151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1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1"/>
            <p:cNvSpPr/>
            <p:nvPr/>
          </p:nvSpPr>
          <p:spPr>
            <a:xfrm>
              <a:off x="7123669" y="2357403"/>
              <a:ext cx="67381" cy="7139"/>
            </a:xfrm>
            <a:custGeom>
              <a:rect b="b" l="l" r="r" t="t"/>
              <a:pathLst>
                <a:path extrusionOk="0" h="121" w="114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1"/>
            <p:cNvSpPr/>
            <p:nvPr/>
          </p:nvSpPr>
          <p:spPr>
            <a:xfrm>
              <a:off x="7019115" y="2357403"/>
              <a:ext cx="63015" cy="7139"/>
            </a:xfrm>
            <a:custGeom>
              <a:rect b="b" l="l" r="r" t="t"/>
              <a:pathLst>
                <a:path extrusionOk="0" h="121" w="1068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1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1"/>
            <p:cNvSpPr/>
            <p:nvPr/>
          </p:nvSpPr>
          <p:spPr>
            <a:xfrm>
              <a:off x="6945184" y="2140094"/>
              <a:ext cx="155531" cy="7139"/>
            </a:xfrm>
            <a:custGeom>
              <a:rect b="b" l="l" r="r" t="t"/>
              <a:pathLst>
                <a:path extrusionOk="0" h="121" w="2636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1"/>
            <p:cNvSpPr/>
            <p:nvPr/>
          </p:nvSpPr>
          <p:spPr>
            <a:xfrm>
              <a:off x="7142255" y="2140094"/>
              <a:ext cx="62484" cy="7139"/>
            </a:xfrm>
            <a:custGeom>
              <a:rect b="b" l="l" r="r" t="t"/>
              <a:pathLst>
                <a:path extrusionOk="0" h="121" w="1059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1"/>
            <p:cNvSpPr/>
            <p:nvPr/>
          </p:nvSpPr>
          <p:spPr>
            <a:xfrm>
              <a:off x="7017994" y="2427440"/>
              <a:ext cx="155531" cy="7198"/>
            </a:xfrm>
            <a:custGeom>
              <a:rect b="b" l="l" r="r" t="t"/>
              <a:pathLst>
                <a:path extrusionOk="0" h="122" w="2636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1"/>
            <p:cNvSpPr/>
            <p:nvPr/>
          </p:nvSpPr>
          <p:spPr>
            <a:xfrm>
              <a:off x="7018584" y="2493111"/>
              <a:ext cx="62425" cy="7198"/>
            </a:xfrm>
            <a:custGeom>
              <a:rect b="b" l="l" r="r" t="t"/>
              <a:pathLst>
                <a:path extrusionOk="0" h="122" w="1058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1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1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1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5647408" y="1634318"/>
              <a:ext cx="784969" cy="105142"/>
            </a:xfrm>
            <a:custGeom>
              <a:rect b="b" l="l" r="r" t="t"/>
              <a:pathLst>
                <a:path extrusionOk="0" h="1782" w="13304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5644163" y="1630483"/>
              <a:ext cx="791519" cy="112282"/>
            </a:xfrm>
            <a:custGeom>
              <a:rect b="b" l="l" r="r" t="t"/>
              <a:pathLst>
                <a:path extrusionOk="0" h="1903" w="13415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5783174" y="1797993"/>
              <a:ext cx="513499" cy="61363"/>
            </a:xfrm>
            <a:custGeom>
              <a:rect b="b" l="l" r="r" t="t"/>
              <a:pathLst>
                <a:path extrusionOk="0" h="1040" w="8703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5779870" y="1794689"/>
              <a:ext cx="520048" cy="67971"/>
            </a:xfrm>
            <a:custGeom>
              <a:rect b="b" l="l" r="r" t="t"/>
              <a:pathLst>
                <a:path extrusionOk="0" h="1152" w="8814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5918351" y="1908565"/>
              <a:ext cx="243090" cy="75051"/>
            </a:xfrm>
            <a:custGeom>
              <a:rect b="b" l="l" r="r" t="t"/>
              <a:pathLst>
                <a:path extrusionOk="0" h="1272" w="412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5915106" y="1904730"/>
              <a:ext cx="249640" cy="82131"/>
            </a:xfrm>
            <a:custGeom>
              <a:rect b="b" l="l" r="r" t="t"/>
              <a:pathLst>
                <a:path extrusionOk="0" h="1392" w="4231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5656199" y="1614611"/>
              <a:ext cx="784969" cy="105142"/>
            </a:xfrm>
            <a:custGeom>
              <a:rect b="b" l="l" r="r" t="t"/>
              <a:pathLst>
                <a:path extrusionOk="0" h="1782" w="13304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5652895" y="1611366"/>
              <a:ext cx="792109" cy="112223"/>
            </a:xfrm>
            <a:custGeom>
              <a:rect b="b" l="l" r="r" t="t"/>
              <a:pathLst>
                <a:path extrusionOk="0" h="1902" w="13425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5742698" y="1644172"/>
              <a:ext cx="607608" cy="42246"/>
            </a:xfrm>
            <a:custGeom>
              <a:rect b="b" l="l" r="r" t="t"/>
              <a:pathLst>
                <a:path extrusionOk="0" h="716" w="10298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5792497" y="1778817"/>
              <a:ext cx="512909" cy="61363"/>
            </a:xfrm>
            <a:custGeom>
              <a:rect b="b" l="l" r="r" t="t"/>
              <a:pathLst>
                <a:path extrusionOk="0" h="1040" w="8693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5788662" y="1775572"/>
              <a:ext cx="520048" cy="67912"/>
            </a:xfrm>
            <a:custGeom>
              <a:rect b="b" l="l" r="r" t="t"/>
              <a:pathLst>
                <a:path extrusionOk="0" h="1151" w="8814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5896460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5953399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6006502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6063440" y="1795810"/>
              <a:ext cx="27377" cy="27436"/>
            </a:xfrm>
            <a:custGeom>
              <a:rect b="b" l="l" r="r" t="t"/>
              <a:pathLst>
                <a:path extrusionOk="0" h="465" w="464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6118136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6175074" y="1795810"/>
              <a:ext cx="27436" cy="27436"/>
            </a:xfrm>
            <a:custGeom>
              <a:rect b="b" l="l" r="r" t="t"/>
              <a:pathLst>
                <a:path extrusionOk="0" h="465" w="465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5860882" y="1237521"/>
              <a:ext cx="328467" cy="328998"/>
            </a:xfrm>
            <a:custGeom>
              <a:rect b="b" l="l" r="r" t="t"/>
              <a:pathLst>
                <a:path extrusionOk="0" h="5576" w="5567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5857046" y="1234217"/>
              <a:ext cx="335606" cy="335606"/>
            </a:xfrm>
            <a:custGeom>
              <a:rect b="b" l="l" r="r" t="t"/>
              <a:pathLst>
                <a:path extrusionOk="0" h="5688" w="5688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1"/>
            <p:cNvSpPr/>
            <p:nvPr/>
          </p:nvSpPr>
          <p:spPr>
            <a:xfrm>
              <a:off x="5884424" y="1216693"/>
              <a:ext cx="328998" cy="328998"/>
            </a:xfrm>
            <a:custGeom>
              <a:rect b="b" l="l" r="r" t="t"/>
              <a:pathLst>
                <a:path extrusionOk="0" h="5576" w="5576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5881179" y="1213448"/>
              <a:ext cx="335547" cy="335547"/>
            </a:xfrm>
            <a:custGeom>
              <a:rect b="b" l="l" r="r" t="t"/>
              <a:pathLst>
                <a:path extrusionOk="0" h="5687" w="5687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1"/>
            <p:cNvSpPr/>
            <p:nvPr/>
          </p:nvSpPr>
          <p:spPr>
            <a:xfrm>
              <a:off x="5975820" y="1391284"/>
              <a:ext cx="146208" cy="73104"/>
            </a:xfrm>
            <a:custGeom>
              <a:rect b="b" l="l" r="r" t="t"/>
              <a:pathLst>
                <a:path extrusionOk="0" h="1239" w="2478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1"/>
            <p:cNvSpPr/>
            <p:nvPr/>
          </p:nvSpPr>
          <p:spPr>
            <a:xfrm>
              <a:off x="5972575" y="1387508"/>
              <a:ext cx="152757" cy="80479"/>
            </a:xfrm>
            <a:custGeom>
              <a:rect b="b" l="l" r="r" t="t"/>
              <a:pathLst>
                <a:path extrusionOk="0" h="1364" w="2589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1"/>
            <p:cNvSpPr/>
            <p:nvPr/>
          </p:nvSpPr>
          <p:spPr>
            <a:xfrm>
              <a:off x="6007564" y="1298236"/>
              <a:ext cx="83253" cy="82722"/>
            </a:xfrm>
            <a:custGeom>
              <a:rect b="b" l="l" r="r" t="t"/>
              <a:pathLst>
                <a:path extrusionOk="0" h="1402" w="1411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/>
            <p:nvPr/>
          </p:nvSpPr>
          <p:spPr>
            <a:xfrm>
              <a:off x="6004318" y="1294401"/>
              <a:ext cx="89802" cy="89861"/>
            </a:xfrm>
            <a:custGeom>
              <a:rect b="b" l="l" r="r" t="t"/>
              <a:pathLst>
                <a:path extrusionOk="0" h="1523" w="1522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1"/>
            <p:cNvSpPr/>
            <p:nvPr/>
          </p:nvSpPr>
          <p:spPr>
            <a:xfrm>
              <a:off x="5927673" y="1888858"/>
              <a:ext cx="242559" cy="75582"/>
            </a:xfrm>
            <a:custGeom>
              <a:rect b="b" l="l" r="r" t="t"/>
              <a:pathLst>
                <a:path extrusionOk="0" h="1281" w="4111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5924369" y="1885554"/>
              <a:ext cx="249109" cy="82190"/>
            </a:xfrm>
            <a:custGeom>
              <a:rect b="b" l="l" r="r" t="t"/>
              <a:pathLst>
                <a:path extrusionOk="0" h="1393" w="4222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1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8" name="Google Shape;918;p21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919" name="Google Shape;919;p21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1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1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1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924" name="Google Shape;9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5125" y="2866450"/>
            <a:ext cx="379275" cy="2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7450" y="2475625"/>
            <a:ext cx="143275" cy="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2"/>
          <p:cNvSpPr txBox="1"/>
          <p:nvPr>
            <p:ph idx="15"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931" name="Google Shape;931;p22"/>
          <p:cNvSpPr txBox="1"/>
          <p:nvPr>
            <p:ph type="title"/>
          </p:nvPr>
        </p:nvSpPr>
        <p:spPr>
          <a:xfrm>
            <a:off x="764950" y="1458186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32" name="Google Shape;932;p22"/>
          <p:cNvSpPr txBox="1"/>
          <p:nvPr>
            <p:ph idx="2" type="title"/>
          </p:nvPr>
        </p:nvSpPr>
        <p:spPr>
          <a:xfrm>
            <a:off x="764950" y="3120199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33" name="Google Shape;933;p22"/>
          <p:cNvSpPr txBox="1"/>
          <p:nvPr>
            <p:ph idx="3" type="title"/>
          </p:nvPr>
        </p:nvSpPr>
        <p:spPr>
          <a:xfrm>
            <a:off x="3380403" y="1458186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4" name="Google Shape;934;p22"/>
          <p:cNvSpPr txBox="1"/>
          <p:nvPr>
            <p:ph idx="4" type="title"/>
          </p:nvPr>
        </p:nvSpPr>
        <p:spPr>
          <a:xfrm>
            <a:off x="3380403" y="3120199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35" name="Google Shape;935;p22"/>
          <p:cNvSpPr txBox="1"/>
          <p:nvPr>
            <p:ph idx="5" type="title"/>
          </p:nvPr>
        </p:nvSpPr>
        <p:spPr>
          <a:xfrm>
            <a:off x="5995855" y="1458186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36" name="Google Shape;936;p22"/>
          <p:cNvSpPr txBox="1"/>
          <p:nvPr>
            <p:ph idx="6" type="title"/>
          </p:nvPr>
        </p:nvSpPr>
        <p:spPr>
          <a:xfrm>
            <a:off x="5995855" y="3120199"/>
            <a:ext cx="761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937" name="Google Shape;937;p22"/>
          <p:cNvSpPr txBox="1"/>
          <p:nvPr>
            <p:ph idx="7" type="subTitle"/>
          </p:nvPr>
        </p:nvSpPr>
        <p:spPr>
          <a:xfrm>
            <a:off x="720000" y="1973574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format</a:t>
            </a:r>
            <a:endParaRPr/>
          </a:p>
        </p:txBody>
      </p:sp>
      <p:sp>
        <p:nvSpPr>
          <p:cNvPr id="938" name="Google Shape;938;p22"/>
          <p:cNvSpPr txBox="1"/>
          <p:nvPr>
            <p:ph idx="8" type="subTitle"/>
          </p:nvPr>
        </p:nvSpPr>
        <p:spPr>
          <a:xfrm>
            <a:off x="3376950" y="1973574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infrastructure</a:t>
            </a:r>
            <a:endParaRPr/>
          </a:p>
        </p:txBody>
      </p:sp>
      <p:sp>
        <p:nvSpPr>
          <p:cNvPr id="939" name="Google Shape;939;p22"/>
          <p:cNvSpPr txBox="1"/>
          <p:nvPr>
            <p:ph idx="9" type="subTitle"/>
          </p:nvPr>
        </p:nvSpPr>
        <p:spPr>
          <a:xfrm>
            <a:off x="6033900" y="1973574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channels</a:t>
            </a:r>
            <a:endParaRPr/>
          </a:p>
        </p:txBody>
      </p:sp>
      <p:sp>
        <p:nvSpPr>
          <p:cNvPr id="940" name="Google Shape;940;p22"/>
          <p:cNvSpPr txBox="1"/>
          <p:nvPr>
            <p:ph idx="13" type="subTitle"/>
          </p:nvPr>
        </p:nvSpPr>
        <p:spPr>
          <a:xfrm>
            <a:off x="3357924" y="3567786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distribution</a:t>
            </a:r>
            <a:endParaRPr/>
          </a:p>
        </p:txBody>
      </p:sp>
      <p:sp>
        <p:nvSpPr>
          <p:cNvPr id="941" name="Google Shape;941;p22"/>
          <p:cNvSpPr txBox="1"/>
          <p:nvPr>
            <p:ph idx="14" type="subTitle"/>
          </p:nvPr>
        </p:nvSpPr>
        <p:spPr>
          <a:xfrm>
            <a:off x="6033900" y="3567786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</a:t>
            </a:r>
            <a:endParaRPr/>
          </a:p>
        </p:txBody>
      </p:sp>
      <p:sp>
        <p:nvSpPr>
          <p:cNvPr id="942" name="Google Shape;942;p22"/>
          <p:cNvSpPr txBox="1"/>
          <p:nvPr>
            <p:ph idx="13" type="subTitle"/>
          </p:nvPr>
        </p:nvSpPr>
        <p:spPr>
          <a:xfrm>
            <a:off x="719999" y="3567786"/>
            <a:ext cx="23901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3"/>
          <p:cNvSpPr txBox="1"/>
          <p:nvPr>
            <p:ph idx="2" type="subTitle"/>
          </p:nvPr>
        </p:nvSpPr>
        <p:spPr>
          <a:xfrm>
            <a:off x="610200" y="1710600"/>
            <a:ext cx="3961800" cy="21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Business setting</a:t>
            </a:r>
            <a:r>
              <a:rPr lang="en"/>
              <a:t> of mutually distrusting companies, Transaction Server acts as a mediator.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DvP transactions are JSON documents with sensitive business data.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Transaction Server &amp; Database are </a:t>
            </a:r>
            <a:r>
              <a:rPr b="1" lang="en"/>
              <a:t>trusted</a:t>
            </a:r>
            <a:r>
              <a:rPr lang="en"/>
              <a:t> but have no access to the content of the transactions.</a:t>
            </a:r>
            <a:endParaRPr/>
          </a:p>
        </p:txBody>
      </p:sp>
      <p:sp>
        <p:nvSpPr>
          <p:cNvPr id="948" name="Google Shape;948;p23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of Product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9" name="Google Shape;9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975" y="1716175"/>
            <a:ext cx="2972050" cy="17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4"/>
          <p:cNvSpPr txBox="1"/>
          <p:nvPr>
            <p:ph type="title"/>
          </p:nvPr>
        </p:nvSpPr>
        <p:spPr>
          <a:xfrm>
            <a:off x="3735175" y="1996688"/>
            <a:ext cx="3786000" cy="23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format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4"/>
          <p:cNvSpPr txBox="1"/>
          <p:nvPr>
            <p:ph idx="2" type="title"/>
          </p:nvPr>
        </p:nvSpPr>
        <p:spPr>
          <a:xfrm>
            <a:off x="3735175" y="1154888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56" name="Google Shape;956;p24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957" name="Google Shape;957;p24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4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4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4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4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4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4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4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4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4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4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4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4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4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4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4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4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4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4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4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4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4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4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4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4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4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4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4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4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4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4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4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4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4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4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4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4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4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4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4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4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4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4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4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4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5"/>
          <p:cNvSpPr txBox="1"/>
          <p:nvPr>
            <p:ph idx="4" type="subTitle"/>
          </p:nvPr>
        </p:nvSpPr>
        <p:spPr>
          <a:xfrm>
            <a:off x="1252900" y="1308825"/>
            <a:ext cx="2196600" cy="4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DvP Transaction</a:t>
            </a:r>
            <a:endParaRPr/>
          </a:p>
        </p:txBody>
      </p:sp>
      <p:sp>
        <p:nvSpPr>
          <p:cNvPr id="1079" name="Google Shape;1079;p25"/>
          <p:cNvSpPr txBox="1"/>
          <p:nvPr>
            <p:ph idx="5" type="subTitle"/>
          </p:nvPr>
        </p:nvSpPr>
        <p:spPr>
          <a:xfrm>
            <a:off x="4665488" y="1308825"/>
            <a:ext cx="3563700" cy="4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Output:</a:t>
            </a:r>
            <a:endParaRPr/>
          </a:p>
        </p:txBody>
      </p:sp>
      <p:sp>
        <p:nvSpPr>
          <p:cNvPr id="1080" name="Google Shape;1080;p25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- Format</a:t>
            </a:r>
            <a:endParaRPr/>
          </a:p>
        </p:txBody>
      </p:sp>
      <p:pic>
        <p:nvPicPr>
          <p:cNvPr id="1081" name="Google Shape;10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75" y="1741125"/>
            <a:ext cx="2972050" cy="17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25"/>
          <p:cNvPicPr preferRelativeResize="0"/>
          <p:nvPr/>
        </p:nvPicPr>
        <p:blipFill rotWithShape="1">
          <a:blip r:embed="rId4">
            <a:alphaModFix/>
          </a:blip>
          <a:srcRect b="0" l="1632" r="0" t="0"/>
          <a:stretch/>
        </p:blipFill>
        <p:spPr>
          <a:xfrm>
            <a:off x="4665488" y="1773113"/>
            <a:ext cx="3396025" cy="15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25"/>
          <p:cNvPicPr preferRelativeResize="0"/>
          <p:nvPr/>
        </p:nvPicPr>
        <p:blipFill rotWithShape="1">
          <a:blip r:embed="rId5">
            <a:alphaModFix/>
          </a:blip>
          <a:srcRect b="0" l="0" r="3372" t="0"/>
          <a:stretch/>
        </p:blipFill>
        <p:spPr>
          <a:xfrm>
            <a:off x="4665500" y="3946675"/>
            <a:ext cx="2788800" cy="314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4" name="Google Shape;1084;p25"/>
          <p:cNvCxnSpPr/>
          <p:nvPr/>
        </p:nvCxnSpPr>
        <p:spPr>
          <a:xfrm>
            <a:off x="4228525" y="1621925"/>
            <a:ext cx="0" cy="24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25"/>
          <p:cNvSpPr txBox="1"/>
          <p:nvPr/>
        </p:nvSpPr>
        <p:spPr>
          <a:xfrm>
            <a:off x="7454300" y="3442395"/>
            <a:ext cx="1335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Transaction Key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86" name="Google Shape;108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5500" y="3498262"/>
            <a:ext cx="27146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25"/>
          <p:cNvSpPr txBox="1"/>
          <p:nvPr/>
        </p:nvSpPr>
        <p:spPr>
          <a:xfrm>
            <a:off x="7524275" y="3817483"/>
            <a:ext cx="133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Agreement Signature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8" name="Google Shape;1088;p25"/>
          <p:cNvSpPr txBox="1"/>
          <p:nvPr/>
        </p:nvSpPr>
        <p:spPr>
          <a:xfrm>
            <a:off x="8105400" y="2291025"/>
            <a:ext cx="10386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6"/>
          <p:cNvSpPr txBox="1"/>
          <p:nvPr>
            <p:ph idx="1" type="subTitle"/>
          </p:nvPr>
        </p:nvSpPr>
        <p:spPr>
          <a:xfrm>
            <a:off x="4826275" y="1883700"/>
            <a:ext cx="3837000" cy="23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/>
              <a:t>List of encrypted transaction keys</a:t>
            </a:r>
            <a:r>
              <a:rPr lang="en"/>
              <a:t> (sharedKeys[]):</a:t>
            </a:r>
            <a:r>
              <a:rPr lang="en"/>
              <a:t> K_tx</a:t>
            </a:r>
            <a:r>
              <a:rPr lang="en"/>
              <a:t> wrapped with RSA.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/>
              <a:t>Agreement signatures</a:t>
            </a:r>
            <a:r>
              <a:rPr lang="en"/>
              <a:t>: seller/buyer signatures over the transaction.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/>
              <a:t>Share logs</a:t>
            </a:r>
            <a:r>
              <a:rPr lang="en"/>
              <a:t>: list of who the transaction was shared with and by who.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6"/>
          <p:cNvSpPr txBox="1"/>
          <p:nvPr>
            <p:ph idx="2" type="subTitle"/>
          </p:nvPr>
        </p:nvSpPr>
        <p:spPr>
          <a:xfrm>
            <a:off x="610200" y="1710600"/>
            <a:ext cx="3961800" cy="23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transactions are stored in the DB alongside their </a:t>
            </a:r>
            <a:r>
              <a:rPr b="1" lang="en"/>
              <a:t>metadata</a:t>
            </a:r>
            <a:r>
              <a:rPr lang="en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</a:t>
            </a:r>
            <a:r>
              <a:rPr lang="en"/>
              <a:t>ccess control and security requirements are enforced with the help of the metadata.</a:t>
            </a:r>
            <a:endParaRPr/>
          </a:p>
        </p:txBody>
      </p:sp>
      <p:sp>
        <p:nvSpPr>
          <p:cNvPr id="1095" name="Google Shape;1095;p26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Transactions and their Metadata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6"/>
          <p:cNvSpPr txBox="1"/>
          <p:nvPr>
            <p:ph idx="3" type="subTitle"/>
          </p:nvPr>
        </p:nvSpPr>
        <p:spPr>
          <a:xfrm>
            <a:off x="4941700" y="1542000"/>
            <a:ext cx="21966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Metadata holds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cxnSp>
        <p:nvCxnSpPr>
          <p:cNvPr id="1097" name="Google Shape;1097;p26"/>
          <p:cNvCxnSpPr/>
          <p:nvPr/>
        </p:nvCxnSpPr>
        <p:spPr>
          <a:xfrm>
            <a:off x="4624200" y="1409525"/>
            <a:ext cx="0" cy="24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7"/>
          <p:cNvSpPr txBox="1"/>
          <p:nvPr>
            <p:ph type="title"/>
          </p:nvPr>
        </p:nvSpPr>
        <p:spPr>
          <a:xfrm>
            <a:off x="37531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7"/>
          <p:cNvSpPr txBox="1"/>
          <p:nvPr>
            <p:ph idx="2" type="title"/>
          </p:nvPr>
        </p:nvSpPr>
        <p:spPr>
          <a:xfrm>
            <a:off x="3753150" y="1678250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04" name="Google Shape;1104;p27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1105" name="Google Shape;1105;p27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7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7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7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7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7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7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7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7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7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7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7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7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7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7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7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7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7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7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7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7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7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7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7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7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7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7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7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7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7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7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7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7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7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7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7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7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7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7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7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7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7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7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7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7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7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7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7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6" name="Google Shape;1216;p27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217" name="Google Shape;1217;p27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8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components</a:t>
            </a:r>
            <a:endParaRPr/>
          </a:p>
        </p:txBody>
      </p:sp>
      <p:sp>
        <p:nvSpPr>
          <p:cNvPr id="1227" name="Google Shape;1227;p28"/>
          <p:cNvSpPr txBox="1"/>
          <p:nvPr>
            <p:ph idx="3" type="subTitle"/>
          </p:nvPr>
        </p:nvSpPr>
        <p:spPr>
          <a:xfrm>
            <a:off x="786138" y="1753950"/>
            <a:ext cx="2196600" cy="4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1228" name="Google Shape;1228;p28"/>
          <p:cNvSpPr txBox="1"/>
          <p:nvPr>
            <p:ph idx="4294967295" type="subTitle"/>
          </p:nvPr>
        </p:nvSpPr>
        <p:spPr>
          <a:xfrm>
            <a:off x="786113" y="2162850"/>
            <a:ext cx="1883700" cy="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(JAX-RS Client API)</a:t>
            </a:r>
            <a:endParaRPr/>
          </a:p>
        </p:txBody>
      </p:sp>
      <p:sp>
        <p:nvSpPr>
          <p:cNvPr id="1229" name="Google Shape;1229;p28"/>
          <p:cNvSpPr txBox="1"/>
          <p:nvPr>
            <p:ph idx="4" type="subTitle"/>
          </p:nvPr>
        </p:nvSpPr>
        <p:spPr>
          <a:xfrm>
            <a:off x="5929688" y="1753950"/>
            <a:ext cx="2428200" cy="4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Server</a:t>
            </a:r>
            <a:endParaRPr/>
          </a:p>
        </p:txBody>
      </p:sp>
      <p:sp>
        <p:nvSpPr>
          <p:cNvPr id="1230" name="Google Shape;1230;p28"/>
          <p:cNvSpPr txBox="1"/>
          <p:nvPr>
            <p:ph idx="3" type="subTitle"/>
          </p:nvPr>
        </p:nvSpPr>
        <p:spPr>
          <a:xfrm>
            <a:off x="3357900" y="1753950"/>
            <a:ext cx="2196600" cy="4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Server</a:t>
            </a:r>
            <a:endParaRPr/>
          </a:p>
        </p:txBody>
      </p:sp>
      <p:sp>
        <p:nvSpPr>
          <p:cNvPr id="1231" name="Google Shape;1231;p28"/>
          <p:cNvSpPr txBox="1"/>
          <p:nvPr>
            <p:ph idx="4294967295" type="subTitle"/>
          </p:nvPr>
        </p:nvSpPr>
        <p:spPr>
          <a:xfrm>
            <a:off x="3357913" y="2162850"/>
            <a:ext cx="1883700" cy="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/>
              <a:t>Jakarta EE (JAX-RS)</a:t>
            </a:r>
            <a:endParaRPr/>
          </a:p>
        </p:txBody>
      </p:sp>
      <p:sp>
        <p:nvSpPr>
          <p:cNvPr id="1232" name="Google Shape;1232;p28"/>
          <p:cNvSpPr txBox="1"/>
          <p:nvPr>
            <p:ph idx="4294967295" type="subTitle"/>
          </p:nvPr>
        </p:nvSpPr>
        <p:spPr>
          <a:xfrm>
            <a:off x="5929688" y="2162850"/>
            <a:ext cx="1883700" cy="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/>
              <a:t>Jakarta EE (JAX-RS)</a:t>
            </a:r>
            <a:endParaRPr/>
          </a:p>
        </p:txBody>
      </p:sp>
      <p:sp>
        <p:nvSpPr>
          <p:cNvPr id="1233" name="Google Shape;1233;p28"/>
          <p:cNvSpPr txBox="1"/>
          <p:nvPr>
            <p:ph idx="3" type="subTitle"/>
          </p:nvPr>
        </p:nvSpPr>
        <p:spPr>
          <a:xfrm>
            <a:off x="786138" y="2964150"/>
            <a:ext cx="2196600" cy="4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1234" name="Google Shape;1234;p28"/>
          <p:cNvSpPr txBox="1"/>
          <p:nvPr>
            <p:ph idx="4294967295" type="subTitle"/>
          </p:nvPr>
        </p:nvSpPr>
        <p:spPr>
          <a:xfrm>
            <a:off x="786113" y="3373050"/>
            <a:ext cx="1883700" cy="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 + Docker</a:t>
            </a:r>
            <a:endParaRPr/>
          </a:p>
        </p:txBody>
      </p:sp>
      <p:sp>
        <p:nvSpPr>
          <p:cNvPr id="1235" name="Google Shape;1235;p28"/>
          <p:cNvSpPr txBox="1"/>
          <p:nvPr>
            <p:ph idx="3" type="subTitle"/>
          </p:nvPr>
        </p:nvSpPr>
        <p:spPr>
          <a:xfrm>
            <a:off x="3357912" y="2571750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Firewalls</a:t>
            </a:r>
            <a:endParaRPr/>
          </a:p>
        </p:txBody>
      </p:sp>
      <p:sp>
        <p:nvSpPr>
          <p:cNvPr id="1236" name="Google Shape;1236;p28"/>
          <p:cNvSpPr txBox="1"/>
          <p:nvPr>
            <p:ph idx="4294967295" type="subTitle"/>
          </p:nvPr>
        </p:nvSpPr>
        <p:spPr>
          <a:xfrm>
            <a:off x="3357913" y="3373050"/>
            <a:ext cx="1883700" cy="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iptables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29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infrastructure</a:t>
            </a:r>
            <a:endParaRPr/>
          </a:p>
        </p:txBody>
      </p:sp>
      <p:pic>
        <p:nvPicPr>
          <p:cNvPr id="1242" name="Google Shape;1242;p29" title="infrastru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063" y="1177275"/>
            <a:ext cx="7350774" cy="336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29"/>
          <p:cNvSpPr txBox="1"/>
          <p:nvPr/>
        </p:nvSpPr>
        <p:spPr>
          <a:xfrm>
            <a:off x="5738850" y="919875"/>
            <a:ext cx="29733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4 main machines:</a:t>
            </a:r>
            <a:endParaRPr b="1"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Client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Transaction Server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Database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Group Server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 firewalls:</a:t>
            </a:r>
            <a:endParaRPr b="1"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Client-Servers Firewall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Transaction Server-DB Firewall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44" name="Google Shape;1244;p29"/>
          <p:cNvSpPr/>
          <p:nvPr/>
        </p:nvSpPr>
        <p:spPr>
          <a:xfrm>
            <a:off x="958250" y="1430525"/>
            <a:ext cx="1283700" cy="285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5" name="Google Shape;1245;p29"/>
          <p:cNvSpPr/>
          <p:nvPr/>
        </p:nvSpPr>
        <p:spPr>
          <a:xfrm>
            <a:off x="4484100" y="1177275"/>
            <a:ext cx="791400" cy="1349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6" name="Google Shape;1246;p29"/>
          <p:cNvSpPr/>
          <p:nvPr/>
        </p:nvSpPr>
        <p:spPr>
          <a:xfrm>
            <a:off x="4418125" y="2901450"/>
            <a:ext cx="857400" cy="1589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7" name="Google Shape;1247;p29"/>
          <p:cNvSpPr/>
          <p:nvPr/>
        </p:nvSpPr>
        <p:spPr>
          <a:xfrm>
            <a:off x="7285425" y="2901450"/>
            <a:ext cx="965400" cy="1384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8" name="Google Shape;1248;p29"/>
          <p:cNvSpPr txBox="1"/>
          <p:nvPr/>
        </p:nvSpPr>
        <p:spPr>
          <a:xfrm>
            <a:off x="1310450" y="1143750"/>
            <a:ext cx="579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b="1"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49" name="Google Shape;1249;p29"/>
          <p:cNvSpPr txBox="1"/>
          <p:nvPr/>
        </p:nvSpPr>
        <p:spPr>
          <a:xfrm>
            <a:off x="4557175" y="2644038"/>
            <a:ext cx="579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b="1"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0" name="Google Shape;1250;p29"/>
          <p:cNvSpPr txBox="1"/>
          <p:nvPr/>
        </p:nvSpPr>
        <p:spPr>
          <a:xfrm>
            <a:off x="4590125" y="919875"/>
            <a:ext cx="579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b="1"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1" name="Google Shape;1251;p29"/>
          <p:cNvSpPr txBox="1"/>
          <p:nvPr/>
        </p:nvSpPr>
        <p:spPr>
          <a:xfrm>
            <a:off x="7451700" y="2606550"/>
            <a:ext cx="579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1"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0"/>
          <p:cNvSpPr txBox="1"/>
          <p:nvPr>
            <p:ph type="title"/>
          </p:nvPr>
        </p:nvSpPr>
        <p:spPr>
          <a:xfrm>
            <a:off x="720000" y="541675"/>
            <a:ext cx="77109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/>
              <a:t>Additional Security - IP Table rules</a:t>
            </a:r>
            <a:endParaRPr b="0" sz="2400"/>
          </a:p>
        </p:txBody>
      </p:sp>
      <p:sp>
        <p:nvSpPr>
          <p:cNvPr id="1257" name="Google Shape;1257;p30"/>
          <p:cNvSpPr txBox="1"/>
          <p:nvPr>
            <p:ph idx="3" type="subTitle"/>
          </p:nvPr>
        </p:nvSpPr>
        <p:spPr>
          <a:xfrm>
            <a:off x="901937" y="1950700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Server</a:t>
            </a:r>
            <a:endParaRPr/>
          </a:p>
        </p:txBody>
      </p:sp>
      <p:sp>
        <p:nvSpPr>
          <p:cNvPr id="1258" name="Google Shape;1258;p30"/>
          <p:cNvSpPr txBox="1"/>
          <p:nvPr>
            <p:ph idx="4294967295" type="subTitle"/>
          </p:nvPr>
        </p:nvSpPr>
        <p:spPr>
          <a:xfrm>
            <a:off x="901913" y="2752000"/>
            <a:ext cx="21966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</a:t>
            </a:r>
            <a:r>
              <a:rPr lang="en"/>
              <a:t>Address is unknown to clients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</a:t>
            </a:r>
            <a:r>
              <a:rPr lang="en"/>
              <a:t>Only accepts connections on </a:t>
            </a:r>
            <a:r>
              <a:rPr b="1" lang="en"/>
              <a:t>port 8443</a:t>
            </a:r>
            <a:r>
              <a:rPr lang="en"/>
              <a:t> from the Clients network.</a:t>
            </a:r>
            <a:endParaRPr/>
          </a:p>
        </p:txBody>
      </p:sp>
      <p:sp>
        <p:nvSpPr>
          <p:cNvPr id="1259" name="Google Shape;1259;p30"/>
          <p:cNvSpPr txBox="1"/>
          <p:nvPr>
            <p:ph idx="4294967295" type="subTitle"/>
          </p:nvPr>
        </p:nvSpPr>
        <p:spPr>
          <a:xfrm>
            <a:off x="3473713" y="2752000"/>
            <a:ext cx="21966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Address is unknown to clients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Only accepts connections on </a:t>
            </a:r>
            <a:r>
              <a:rPr b="1" lang="en"/>
              <a:t>port 8081</a:t>
            </a:r>
            <a:r>
              <a:rPr lang="en"/>
              <a:t> from the Clients network.</a:t>
            </a:r>
            <a:endParaRPr/>
          </a:p>
        </p:txBody>
      </p:sp>
      <p:sp>
        <p:nvSpPr>
          <p:cNvPr id="1260" name="Google Shape;1260;p30"/>
          <p:cNvSpPr txBox="1"/>
          <p:nvPr>
            <p:ph idx="4" type="subTitle"/>
          </p:nvPr>
        </p:nvSpPr>
        <p:spPr>
          <a:xfrm>
            <a:off x="6045488" y="2343100"/>
            <a:ext cx="2196600" cy="4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1261" name="Google Shape;1261;p30"/>
          <p:cNvSpPr txBox="1"/>
          <p:nvPr>
            <p:ph idx="3" type="subTitle"/>
          </p:nvPr>
        </p:nvSpPr>
        <p:spPr>
          <a:xfrm>
            <a:off x="3473725" y="1950700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1262" name="Google Shape;1262;p30"/>
          <p:cNvSpPr txBox="1"/>
          <p:nvPr>
            <p:ph idx="4294967295" type="subTitle"/>
          </p:nvPr>
        </p:nvSpPr>
        <p:spPr>
          <a:xfrm>
            <a:off x="6045488" y="2752000"/>
            <a:ext cx="21966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Only accepts connections on </a:t>
            </a:r>
            <a:r>
              <a:rPr b="1" lang="en"/>
              <a:t>port 5432</a:t>
            </a:r>
            <a:r>
              <a:rPr lang="en"/>
              <a:t> from the Transaction Server’s IP address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31"/>
          <p:cNvSpPr txBox="1"/>
          <p:nvPr>
            <p:ph type="title"/>
          </p:nvPr>
        </p:nvSpPr>
        <p:spPr>
          <a:xfrm>
            <a:off x="37531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channels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1"/>
          <p:cNvSpPr txBox="1"/>
          <p:nvPr>
            <p:ph idx="2" type="title"/>
          </p:nvPr>
        </p:nvSpPr>
        <p:spPr>
          <a:xfrm>
            <a:off x="3753150" y="1678250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269" name="Google Shape;1269;p31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1270" name="Google Shape;1270;p31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1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1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1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1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1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1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1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1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1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1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1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1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1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1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1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1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1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1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1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1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1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1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1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1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1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1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1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1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1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1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1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1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1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1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1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1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1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1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1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1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1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1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1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1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1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1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1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1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1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1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1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1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1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1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1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1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1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1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1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1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1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1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1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1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1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1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1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1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1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1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1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1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1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1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1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1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1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1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1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1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1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1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1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1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1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1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1" name="Google Shape;1381;p31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382" name="Google Shape;1382;p31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31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31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31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2"/>
          <p:cNvSpPr txBox="1"/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Channels</a:t>
            </a:r>
            <a:endParaRPr/>
          </a:p>
        </p:txBody>
      </p:sp>
      <p:pic>
        <p:nvPicPr>
          <p:cNvPr id="1392" name="Google Shape;1392;p32" title="infrastru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063" y="1177275"/>
            <a:ext cx="7350774" cy="336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32"/>
          <p:cNvSpPr txBox="1"/>
          <p:nvPr>
            <p:ph idx="2" type="subTitle"/>
          </p:nvPr>
        </p:nvSpPr>
        <p:spPr>
          <a:xfrm>
            <a:off x="6091100" y="1483500"/>
            <a:ext cx="27420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TLS: </a:t>
            </a:r>
            <a:r>
              <a:rPr lang="en" sz="1500"/>
              <a:t>Client       Server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mTLS:</a:t>
            </a:r>
            <a:r>
              <a:rPr lang="en" sz="1500"/>
              <a:t> Server       Database</a:t>
            </a:r>
            <a:endParaRPr sz="1500"/>
          </a:p>
        </p:txBody>
      </p:sp>
      <p:sp>
        <p:nvSpPr>
          <p:cNvPr id="1394" name="Google Shape;1394;p32"/>
          <p:cNvSpPr/>
          <p:nvPr/>
        </p:nvSpPr>
        <p:spPr>
          <a:xfrm>
            <a:off x="7205152" y="1649625"/>
            <a:ext cx="171300" cy="85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5" name="Google Shape;1395;p32"/>
          <p:cNvSpPr/>
          <p:nvPr/>
        </p:nvSpPr>
        <p:spPr>
          <a:xfrm>
            <a:off x="7440666" y="1887663"/>
            <a:ext cx="171300" cy="85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6" name="Google Shape;1396;p32"/>
          <p:cNvSpPr/>
          <p:nvPr/>
        </p:nvSpPr>
        <p:spPr>
          <a:xfrm>
            <a:off x="2525727" y="2793277"/>
            <a:ext cx="224700" cy="13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7" name="Google Shape;1397;p32"/>
          <p:cNvSpPr/>
          <p:nvPr/>
        </p:nvSpPr>
        <p:spPr>
          <a:xfrm>
            <a:off x="6841300" y="3515452"/>
            <a:ext cx="267600" cy="13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8" name="Google Shape;1398;p32"/>
          <p:cNvSpPr/>
          <p:nvPr/>
        </p:nvSpPr>
        <p:spPr>
          <a:xfrm>
            <a:off x="5356275" y="3515452"/>
            <a:ext cx="267600" cy="13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9" name="Google Shape;1399;p32"/>
          <p:cNvSpPr/>
          <p:nvPr/>
        </p:nvSpPr>
        <p:spPr>
          <a:xfrm rot="-2125855">
            <a:off x="4047977" y="2459969"/>
            <a:ext cx="224591" cy="12994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0" name="Google Shape;1400;p32"/>
          <p:cNvSpPr/>
          <p:nvPr/>
        </p:nvSpPr>
        <p:spPr>
          <a:xfrm rot="1511823">
            <a:off x="4082637" y="3205128"/>
            <a:ext cx="224789" cy="13031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33"/>
          <p:cNvSpPr txBox="1"/>
          <p:nvPr>
            <p:ph type="title"/>
          </p:nvPr>
        </p:nvSpPr>
        <p:spPr>
          <a:xfrm>
            <a:off x="37531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3"/>
          <p:cNvSpPr txBox="1"/>
          <p:nvPr>
            <p:ph idx="2" type="title"/>
          </p:nvPr>
        </p:nvSpPr>
        <p:spPr>
          <a:xfrm>
            <a:off x="3753150" y="1678250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407" name="Google Shape;1407;p33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1408" name="Google Shape;1408;p33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3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3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3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3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3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3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9" name="Google Shape;1519;p33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520" name="Google Shape;1520;p33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34"/>
          <p:cNvSpPr txBox="1"/>
          <p:nvPr>
            <p:ph type="title"/>
          </p:nvPr>
        </p:nvSpPr>
        <p:spPr>
          <a:xfrm>
            <a:off x="720000" y="541675"/>
            <a:ext cx="77109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/>
              <a:t>Security Challenge A -</a:t>
            </a:r>
            <a:r>
              <a:rPr lang="en" sz="2400"/>
              <a:t> </a:t>
            </a:r>
            <a:r>
              <a:rPr b="0" lang="en" sz="2400"/>
              <a:t>Groups of partners</a:t>
            </a:r>
            <a:endParaRPr b="0" sz="2400"/>
          </a:p>
        </p:txBody>
      </p:sp>
      <p:sp>
        <p:nvSpPr>
          <p:cNvPr id="1530" name="Google Shape;1530;p34"/>
          <p:cNvSpPr txBox="1"/>
          <p:nvPr>
            <p:ph idx="3" type="subTitle"/>
          </p:nvPr>
        </p:nvSpPr>
        <p:spPr>
          <a:xfrm>
            <a:off x="716600" y="2044300"/>
            <a:ext cx="3539400" cy="4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changed</a:t>
            </a:r>
            <a:endParaRPr/>
          </a:p>
        </p:txBody>
      </p:sp>
      <p:sp>
        <p:nvSpPr>
          <p:cNvPr id="1531" name="Google Shape;1531;p34"/>
          <p:cNvSpPr txBox="1"/>
          <p:nvPr>
            <p:ph idx="4294967295" type="subTitle"/>
          </p:nvPr>
        </p:nvSpPr>
        <p:spPr>
          <a:xfrm>
            <a:off x="716550" y="2477200"/>
            <a:ext cx="3539400" cy="19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 </a:t>
            </a:r>
            <a:r>
              <a:rPr lang="en"/>
              <a:t>New Group Server validates membership and controls transaction key access.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The Group Server acts as a trusted gatekeeper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 </a:t>
            </a:r>
            <a:r>
              <a:rPr lang="en"/>
              <a:t>The Transaction Server continues to handle individual disclosures and stores group-based shares, while delegating membership authorization to the Group Server</a:t>
            </a:r>
            <a:endParaRPr/>
          </a:p>
        </p:txBody>
      </p:sp>
      <p:sp>
        <p:nvSpPr>
          <p:cNvPr id="1532" name="Google Shape;1532;p34"/>
          <p:cNvSpPr txBox="1"/>
          <p:nvPr>
            <p:ph idx="4294967295" type="subTitle"/>
          </p:nvPr>
        </p:nvSpPr>
        <p:spPr>
          <a:xfrm>
            <a:off x="4888025" y="2477200"/>
            <a:ext cx="3539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Group Server runs independently from the main Transaction Server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The Group Server maintains a single key-pair to enable encryption/decryption of transaction keys shared with groups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File-based storage that maps groups names to member lists (groups.json)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4"/>
          <p:cNvSpPr txBox="1"/>
          <p:nvPr>
            <p:ph idx="3" type="subTitle"/>
          </p:nvPr>
        </p:nvSpPr>
        <p:spPr>
          <a:xfrm>
            <a:off x="4888050" y="2044300"/>
            <a:ext cx="3539400" cy="4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was implemented</a:t>
            </a:r>
            <a:endParaRPr/>
          </a:p>
        </p:txBody>
      </p:sp>
      <p:cxnSp>
        <p:nvCxnSpPr>
          <p:cNvPr id="1534" name="Google Shape;1534;p34"/>
          <p:cNvCxnSpPr/>
          <p:nvPr/>
        </p:nvCxnSpPr>
        <p:spPr>
          <a:xfrm>
            <a:off x="4543288" y="2026000"/>
            <a:ext cx="0" cy="24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35"/>
          <p:cNvSpPr txBox="1"/>
          <p:nvPr>
            <p:ph type="title"/>
          </p:nvPr>
        </p:nvSpPr>
        <p:spPr>
          <a:xfrm>
            <a:off x="37531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5"/>
          <p:cNvSpPr txBox="1"/>
          <p:nvPr>
            <p:ph idx="2" type="title"/>
          </p:nvPr>
        </p:nvSpPr>
        <p:spPr>
          <a:xfrm>
            <a:off x="3753150" y="1678250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541" name="Google Shape;1541;p35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1542" name="Google Shape;1542;p35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5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5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5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5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5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5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5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5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5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5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5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5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5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5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5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5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5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5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5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5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5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5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5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5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5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5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5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5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5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5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5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5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5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5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5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5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5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5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5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5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5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5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5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5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5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5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5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5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5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5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5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5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5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5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5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5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5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5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5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5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5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5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5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5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5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5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5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5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5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5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5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5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5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5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5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5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5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5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5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3" name="Google Shape;1653;p35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654" name="Google Shape;1654;p35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36"/>
          <p:cNvSpPr txBox="1"/>
          <p:nvPr>
            <p:ph type="title"/>
          </p:nvPr>
        </p:nvSpPr>
        <p:spPr>
          <a:xfrm>
            <a:off x="720000" y="541675"/>
            <a:ext cx="77109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</p:txBody>
      </p:sp>
      <p:sp>
        <p:nvSpPr>
          <p:cNvPr id="1664" name="Google Shape;1664;p36"/>
          <p:cNvSpPr txBox="1"/>
          <p:nvPr>
            <p:ph idx="3" type="subTitle"/>
          </p:nvPr>
        </p:nvSpPr>
        <p:spPr>
          <a:xfrm>
            <a:off x="716600" y="1883566"/>
            <a:ext cx="3539400" cy="4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User’s Public Key</a:t>
            </a:r>
            <a:endParaRPr/>
          </a:p>
        </p:txBody>
      </p:sp>
      <p:sp>
        <p:nvSpPr>
          <p:cNvPr id="1665" name="Google Shape;1665;p36"/>
          <p:cNvSpPr txBox="1"/>
          <p:nvPr>
            <p:ph idx="4294967295" type="subTitle"/>
          </p:nvPr>
        </p:nvSpPr>
        <p:spPr>
          <a:xfrm>
            <a:off x="716550" y="2316466"/>
            <a:ext cx="3539400" cy="19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 Assumptions: </a:t>
            </a:r>
            <a:endParaRPr b="1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Each user has access to every user’s public key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Each user assumes authenticity of pre-shared public keys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RSA-2048 key pairs manually generated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6"/>
          <p:cNvSpPr txBox="1"/>
          <p:nvPr>
            <p:ph idx="4294967295" type="subTitle"/>
          </p:nvPr>
        </p:nvSpPr>
        <p:spPr>
          <a:xfrm>
            <a:off x="4888025" y="2316466"/>
            <a:ext cx="3539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 Assumptions: </a:t>
            </a:r>
            <a:endParaRPr b="1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Group Server is fully trusted by all users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RSA-2048 key pair auto-generated at Group Server startup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 </a:t>
            </a:r>
            <a:r>
              <a:rPr lang="en"/>
              <a:t>Group Server’s public key retrieved dynamically via REST API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 </a:t>
            </a:r>
            <a:r>
              <a:rPr lang="en"/>
              <a:t>Enables centralized access control through encryption</a:t>
            </a:r>
            <a:r>
              <a:rPr b="1"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6"/>
          <p:cNvSpPr txBox="1"/>
          <p:nvPr>
            <p:ph idx="3" type="subTitle"/>
          </p:nvPr>
        </p:nvSpPr>
        <p:spPr>
          <a:xfrm>
            <a:off x="4888050" y="1883566"/>
            <a:ext cx="3539400" cy="4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Server’s Key Pair</a:t>
            </a:r>
            <a:endParaRPr/>
          </a:p>
        </p:txBody>
      </p:sp>
      <p:cxnSp>
        <p:nvCxnSpPr>
          <p:cNvPr id="1668" name="Google Shape;1668;p36"/>
          <p:cNvCxnSpPr/>
          <p:nvPr/>
        </p:nvCxnSpPr>
        <p:spPr>
          <a:xfrm>
            <a:off x="4543288" y="1865266"/>
            <a:ext cx="0" cy="24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37"/>
          <p:cNvSpPr txBox="1"/>
          <p:nvPr>
            <p:ph type="title"/>
          </p:nvPr>
        </p:nvSpPr>
        <p:spPr>
          <a:xfrm>
            <a:off x="3753150" y="2623450"/>
            <a:ext cx="4300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7"/>
          <p:cNvSpPr txBox="1"/>
          <p:nvPr>
            <p:ph idx="2" type="title"/>
          </p:nvPr>
        </p:nvSpPr>
        <p:spPr>
          <a:xfrm>
            <a:off x="3753150" y="1678250"/>
            <a:ext cx="430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675" name="Google Shape;1675;p37"/>
          <p:cNvGrpSpPr/>
          <p:nvPr/>
        </p:nvGrpSpPr>
        <p:grpSpPr>
          <a:xfrm>
            <a:off x="1368015" y="1868351"/>
            <a:ext cx="2076206" cy="1751570"/>
            <a:chOff x="5148240" y="2039376"/>
            <a:chExt cx="2076206" cy="1751570"/>
          </a:xfrm>
        </p:grpSpPr>
        <p:sp>
          <p:nvSpPr>
            <p:cNvPr id="1676" name="Google Shape;1676;p37"/>
            <p:cNvSpPr/>
            <p:nvPr/>
          </p:nvSpPr>
          <p:spPr>
            <a:xfrm>
              <a:off x="6756905" y="3331665"/>
              <a:ext cx="323570" cy="155531"/>
            </a:xfrm>
            <a:custGeom>
              <a:rect b="b" l="l" r="r" t="t"/>
              <a:pathLst>
                <a:path extrusionOk="0" h="2636" w="5484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7"/>
            <p:cNvSpPr/>
            <p:nvPr/>
          </p:nvSpPr>
          <p:spPr>
            <a:xfrm>
              <a:off x="7130750" y="2983015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7"/>
            <p:cNvSpPr/>
            <p:nvPr/>
          </p:nvSpPr>
          <p:spPr>
            <a:xfrm>
              <a:off x="7130750" y="2915692"/>
              <a:ext cx="25784" cy="26315"/>
            </a:xfrm>
            <a:custGeom>
              <a:rect b="b" l="l" r="r" t="t"/>
              <a:pathLst>
                <a:path extrusionOk="0" h="446" w="437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7"/>
            <p:cNvSpPr/>
            <p:nvPr/>
          </p:nvSpPr>
          <p:spPr>
            <a:xfrm>
              <a:off x="7198072" y="2983015"/>
              <a:ext cx="26374" cy="26315"/>
            </a:xfrm>
            <a:custGeom>
              <a:rect b="b" l="l" r="r" t="t"/>
              <a:pathLst>
                <a:path extrusionOk="0" h="446" w="447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7"/>
            <p:cNvSpPr/>
            <p:nvPr/>
          </p:nvSpPr>
          <p:spPr>
            <a:xfrm>
              <a:off x="5349677" y="3784338"/>
              <a:ext cx="1411104" cy="6608"/>
            </a:xfrm>
            <a:custGeom>
              <a:rect b="b" l="l" r="r" t="t"/>
              <a:pathLst>
                <a:path extrusionOk="0" h="112" w="23916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7"/>
            <p:cNvSpPr/>
            <p:nvPr/>
          </p:nvSpPr>
          <p:spPr>
            <a:xfrm>
              <a:off x="6820392" y="2206886"/>
              <a:ext cx="62484" cy="6608"/>
            </a:xfrm>
            <a:custGeom>
              <a:rect b="b" l="l" r="r" t="t"/>
              <a:pathLst>
                <a:path extrusionOk="0" h="112" w="1059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7"/>
            <p:cNvSpPr/>
            <p:nvPr/>
          </p:nvSpPr>
          <p:spPr>
            <a:xfrm>
              <a:off x="6820392" y="2140094"/>
              <a:ext cx="94227" cy="7139"/>
            </a:xfrm>
            <a:custGeom>
              <a:rect b="b" l="l" r="r" t="t"/>
              <a:pathLst>
                <a:path extrusionOk="0" h="121" w="1597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7"/>
            <p:cNvSpPr/>
            <p:nvPr/>
          </p:nvSpPr>
          <p:spPr>
            <a:xfrm>
              <a:off x="5843948" y="3263280"/>
              <a:ext cx="422576" cy="300500"/>
            </a:xfrm>
            <a:custGeom>
              <a:rect b="b" l="l" r="r" t="t"/>
              <a:pathLst>
                <a:path extrusionOk="0" h="5093" w="7162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7"/>
            <p:cNvSpPr/>
            <p:nvPr/>
          </p:nvSpPr>
          <p:spPr>
            <a:xfrm>
              <a:off x="5840112" y="3259976"/>
              <a:ext cx="429715" cy="307639"/>
            </a:xfrm>
            <a:custGeom>
              <a:rect b="b" l="l" r="r" t="t"/>
              <a:pathLst>
                <a:path extrusionOk="0" h="5214" w="7283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7"/>
            <p:cNvSpPr/>
            <p:nvPr/>
          </p:nvSpPr>
          <p:spPr>
            <a:xfrm>
              <a:off x="5151544" y="2042680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7"/>
            <p:cNvSpPr/>
            <p:nvPr/>
          </p:nvSpPr>
          <p:spPr>
            <a:xfrm>
              <a:off x="5148240" y="2039376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7"/>
            <p:cNvSpPr/>
            <p:nvPr/>
          </p:nvSpPr>
          <p:spPr>
            <a:xfrm>
              <a:off x="5151544" y="2076076"/>
              <a:ext cx="1807365" cy="1218402"/>
            </a:xfrm>
            <a:custGeom>
              <a:rect b="b" l="l" r="r" t="t"/>
              <a:pathLst>
                <a:path extrusionOk="0" h="20650" w="30632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7"/>
            <p:cNvSpPr/>
            <p:nvPr/>
          </p:nvSpPr>
          <p:spPr>
            <a:xfrm>
              <a:off x="5148240" y="2072771"/>
              <a:ext cx="1813973" cy="1225010"/>
            </a:xfrm>
            <a:custGeom>
              <a:rect b="b" l="l" r="r" t="t"/>
              <a:pathLst>
                <a:path extrusionOk="0" h="20762" w="30744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7"/>
            <p:cNvSpPr/>
            <p:nvPr/>
          </p:nvSpPr>
          <p:spPr>
            <a:xfrm>
              <a:off x="5254977" y="2195380"/>
              <a:ext cx="1597198" cy="973777"/>
            </a:xfrm>
            <a:custGeom>
              <a:rect b="b" l="l" r="r" t="t"/>
              <a:pathLst>
                <a:path extrusionOk="0" h="16504" w="2707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7"/>
            <p:cNvSpPr/>
            <p:nvPr/>
          </p:nvSpPr>
          <p:spPr>
            <a:xfrm>
              <a:off x="5251673" y="2192076"/>
              <a:ext cx="1603806" cy="980917"/>
            </a:xfrm>
            <a:custGeom>
              <a:rect b="b" l="l" r="r" t="t"/>
              <a:pathLst>
                <a:path extrusionOk="0" h="16625" w="27182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7"/>
            <p:cNvSpPr/>
            <p:nvPr/>
          </p:nvSpPr>
          <p:spPr>
            <a:xfrm>
              <a:off x="6850543" y="2586749"/>
              <a:ext cx="6608" cy="189988"/>
            </a:xfrm>
            <a:custGeom>
              <a:rect b="b" l="l" r="r" t="t"/>
              <a:pathLst>
                <a:path extrusionOk="0" h="3220" w="112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7"/>
            <p:cNvSpPr/>
            <p:nvPr/>
          </p:nvSpPr>
          <p:spPr>
            <a:xfrm>
              <a:off x="6035531" y="2114369"/>
              <a:ext cx="38883" cy="38352"/>
            </a:xfrm>
            <a:custGeom>
              <a:rect b="b" l="l" r="r" t="t"/>
              <a:pathLst>
                <a:path extrusionOk="0" h="650" w="659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7"/>
            <p:cNvSpPr/>
            <p:nvPr/>
          </p:nvSpPr>
          <p:spPr>
            <a:xfrm>
              <a:off x="6032227" y="2110533"/>
              <a:ext cx="46022" cy="46022"/>
            </a:xfrm>
            <a:custGeom>
              <a:rect b="b" l="l" r="r" t="t"/>
              <a:pathLst>
                <a:path extrusionOk="0" h="780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7"/>
            <p:cNvSpPr/>
            <p:nvPr/>
          </p:nvSpPr>
          <p:spPr>
            <a:xfrm>
              <a:off x="6808356" y="3211239"/>
              <a:ext cx="38942" cy="38942"/>
            </a:xfrm>
            <a:custGeom>
              <a:rect b="b" l="l" r="r" t="t"/>
              <a:pathLst>
                <a:path extrusionOk="0" h="660" w="66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7"/>
            <p:cNvSpPr/>
            <p:nvPr/>
          </p:nvSpPr>
          <p:spPr>
            <a:xfrm>
              <a:off x="6805111" y="3207404"/>
              <a:ext cx="46022" cy="46081"/>
            </a:xfrm>
            <a:custGeom>
              <a:rect b="b" l="l" r="r" t="t"/>
              <a:pathLst>
                <a:path extrusionOk="0" h="781" w="78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7"/>
            <p:cNvSpPr/>
            <p:nvPr/>
          </p:nvSpPr>
          <p:spPr>
            <a:xfrm>
              <a:off x="6741564" y="3219441"/>
              <a:ext cx="22539" cy="21949"/>
            </a:xfrm>
            <a:custGeom>
              <a:rect b="b" l="l" r="r" t="t"/>
              <a:pathLst>
                <a:path extrusionOk="0" h="372" w="382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7"/>
            <p:cNvSpPr/>
            <p:nvPr/>
          </p:nvSpPr>
          <p:spPr>
            <a:xfrm>
              <a:off x="6697253" y="3219441"/>
              <a:ext cx="22480" cy="21949"/>
            </a:xfrm>
            <a:custGeom>
              <a:rect b="b" l="l" r="r" t="t"/>
              <a:pathLst>
                <a:path extrusionOk="0" h="372" w="381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7"/>
            <p:cNvSpPr/>
            <p:nvPr/>
          </p:nvSpPr>
          <p:spPr>
            <a:xfrm>
              <a:off x="5844479" y="3294434"/>
              <a:ext cx="421514" cy="77824"/>
            </a:xfrm>
            <a:custGeom>
              <a:rect b="b" l="l" r="r" t="t"/>
              <a:pathLst>
                <a:path extrusionOk="0" h="1319" w="7144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7"/>
            <p:cNvSpPr/>
            <p:nvPr/>
          </p:nvSpPr>
          <p:spPr>
            <a:xfrm>
              <a:off x="5841174" y="3291189"/>
              <a:ext cx="428122" cy="84315"/>
            </a:xfrm>
            <a:custGeom>
              <a:rect b="b" l="l" r="r" t="t"/>
              <a:pathLst>
                <a:path extrusionOk="0" h="1429" w="7256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7"/>
            <p:cNvSpPr/>
            <p:nvPr/>
          </p:nvSpPr>
          <p:spPr>
            <a:xfrm>
              <a:off x="5257691" y="3542955"/>
              <a:ext cx="1595074" cy="130868"/>
            </a:xfrm>
            <a:custGeom>
              <a:rect b="b" l="l" r="r" t="t"/>
              <a:pathLst>
                <a:path extrusionOk="0" h="2218" w="27034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7"/>
            <p:cNvSpPr/>
            <p:nvPr/>
          </p:nvSpPr>
          <p:spPr>
            <a:xfrm>
              <a:off x="5253856" y="3539120"/>
              <a:ext cx="1602744" cy="138538"/>
            </a:xfrm>
            <a:custGeom>
              <a:rect b="b" l="l" r="r" t="t"/>
              <a:pathLst>
                <a:path extrusionOk="0" h="2348" w="27164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7"/>
            <p:cNvSpPr/>
            <p:nvPr/>
          </p:nvSpPr>
          <p:spPr>
            <a:xfrm>
              <a:off x="542573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7"/>
            <p:cNvSpPr/>
            <p:nvPr/>
          </p:nvSpPr>
          <p:spPr>
            <a:xfrm>
              <a:off x="542248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7"/>
            <p:cNvSpPr/>
            <p:nvPr/>
          </p:nvSpPr>
          <p:spPr>
            <a:xfrm>
              <a:off x="5565334" y="3573047"/>
              <a:ext cx="113344" cy="38352"/>
            </a:xfrm>
            <a:custGeom>
              <a:rect b="b" l="l" r="r" t="t"/>
              <a:pathLst>
                <a:path extrusionOk="0" h="650" w="1921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7"/>
            <p:cNvSpPr/>
            <p:nvPr/>
          </p:nvSpPr>
          <p:spPr>
            <a:xfrm>
              <a:off x="556203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7"/>
            <p:cNvSpPr/>
            <p:nvPr/>
          </p:nvSpPr>
          <p:spPr>
            <a:xfrm>
              <a:off x="5708712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7"/>
            <p:cNvSpPr/>
            <p:nvPr/>
          </p:nvSpPr>
          <p:spPr>
            <a:xfrm>
              <a:off x="5705467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7"/>
            <p:cNvSpPr/>
            <p:nvPr/>
          </p:nvSpPr>
          <p:spPr>
            <a:xfrm>
              <a:off x="5848314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7"/>
            <p:cNvSpPr/>
            <p:nvPr/>
          </p:nvSpPr>
          <p:spPr>
            <a:xfrm>
              <a:off x="5845010" y="3569743"/>
              <a:ext cx="119952" cy="44960"/>
            </a:xfrm>
            <a:custGeom>
              <a:rect b="b" l="l" r="r" t="t"/>
              <a:pathLst>
                <a:path extrusionOk="0" h="762" w="2033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7"/>
            <p:cNvSpPr/>
            <p:nvPr/>
          </p:nvSpPr>
          <p:spPr>
            <a:xfrm>
              <a:off x="5990099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7"/>
            <p:cNvSpPr/>
            <p:nvPr/>
          </p:nvSpPr>
          <p:spPr>
            <a:xfrm>
              <a:off x="5986794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7"/>
            <p:cNvSpPr/>
            <p:nvPr/>
          </p:nvSpPr>
          <p:spPr>
            <a:xfrm>
              <a:off x="612964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7"/>
            <p:cNvSpPr/>
            <p:nvPr/>
          </p:nvSpPr>
          <p:spPr>
            <a:xfrm>
              <a:off x="6126337" y="3569743"/>
              <a:ext cx="119421" cy="44960"/>
            </a:xfrm>
            <a:custGeom>
              <a:rect b="b" l="l" r="r" t="t"/>
              <a:pathLst>
                <a:path extrusionOk="0" h="762" w="2024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7"/>
            <p:cNvSpPr/>
            <p:nvPr/>
          </p:nvSpPr>
          <p:spPr>
            <a:xfrm>
              <a:off x="6273078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7"/>
            <p:cNvSpPr/>
            <p:nvPr/>
          </p:nvSpPr>
          <p:spPr>
            <a:xfrm>
              <a:off x="6269243" y="3569743"/>
              <a:ext cx="119893" cy="44960"/>
            </a:xfrm>
            <a:custGeom>
              <a:rect b="b" l="l" r="r" t="t"/>
              <a:pathLst>
                <a:path extrusionOk="0" h="762" w="2032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7"/>
            <p:cNvSpPr/>
            <p:nvPr/>
          </p:nvSpPr>
          <p:spPr>
            <a:xfrm>
              <a:off x="6412621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7"/>
            <p:cNvSpPr/>
            <p:nvPr/>
          </p:nvSpPr>
          <p:spPr>
            <a:xfrm>
              <a:off x="6409376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7"/>
            <p:cNvSpPr/>
            <p:nvPr/>
          </p:nvSpPr>
          <p:spPr>
            <a:xfrm>
              <a:off x="6559303" y="3573047"/>
              <a:ext cx="112813" cy="38352"/>
            </a:xfrm>
            <a:custGeom>
              <a:rect b="b" l="l" r="r" t="t"/>
              <a:pathLst>
                <a:path extrusionOk="0" h="650" w="1912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7"/>
            <p:cNvSpPr/>
            <p:nvPr/>
          </p:nvSpPr>
          <p:spPr>
            <a:xfrm>
              <a:off x="6556058" y="3569743"/>
              <a:ext cx="119362" cy="44960"/>
            </a:xfrm>
            <a:custGeom>
              <a:rect b="b" l="l" r="r" t="t"/>
              <a:pathLst>
                <a:path extrusionOk="0" h="762" w="2023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7"/>
            <p:cNvSpPr/>
            <p:nvPr/>
          </p:nvSpPr>
          <p:spPr>
            <a:xfrm>
              <a:off x="535953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7"/>
            <p:cNvSpPr/>
            <p:nvPr/>
          </p:nvSpPr>
          <p:spPr>
            <a:xfrm>
              <a:off x="5356227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7"/>
            <p:cNvSpPr/>
            <p:nvPr/>
          </p:nvSpPr>
          <p:spPr>
            <a:xfrm>
              <a:off x="549907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7"/>
            <p:cNvSpPr/>
            <p:nvPr/>
          </p:nvSpPr>
          <p:spPr>
            <a:xfrm>
              <a:off x="549582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7"/>
            <p:cNvSpPr/>
            <p:nvPr/>
          </p:nvSpPr>
          <p:spPr>
            <a:xfrm>
              <a:off x="564251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7"/>
            <p:cNvSpPr/>
            <p:nvPr/>
          </p:nvSpPr>
          <p:spPr>
            <a:xfrm>
              <a:off x="5639206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7"/>
            <p:cNvSpPr/>
            <p:nvPr/>
          </p:nvSpPr>
          <p:spPr>
            <a:xfrm>
              <a:off x="5782053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7"/>
            <p:cNvSpPr/>
            <p:nvPr/>
          </p:nvSpPr>
          <p:spPr>
            <a:xfrm>
              <a:off x="5778808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7"/>
            <p:cNvSpPr/>
            <p:nvPr/>
          </p:nvSpPr>
          <p:spPr>
            <a:xfrm>
              <a:off x="5923307" y="3599304"/>
              <a:ext cx="113344" cy="38411"/>
            </a:xfrm>
            <a:custGeom>
              <a:rect b="b" l="l" r="r" t="t"/>
              <a:pathLst>
                <a:path extrusionOk="0" h="651" w="1921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7"/>
            <p:cNvSpPr/>
            <p:nvPr/>
          </p:nvSpPr>
          <p:spPr>
            <a:xfrm>
              <a:off x="5920003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7"/>
            <p:cNvSpPr/>
            <p:nvPr/>
          </p:nvSpPr>
          <p:spPr>
            <a:xfrm>
              <a:off x="6063440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7"/>
            <p:cNvSpPr/>
            <p:nvPr/>
          </p:nvSpPr>
          <p:spPr>
            <a:xfrm>
              <a:off x="6060136" y="3596058"/>
              <a:ext cx="119362" cy="44901"/>
            </a:xfrm>
            <a:custGeom>
              <a:rect b="b" l="l" r="r" t="t"/>
              <a:pathLst>
                <a:path extrusionOk="0" h="761" w="2023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6206818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6202982" y="3596058"/>
              <a:ext cx="119952" cy="44901"/>
            </a:xfrm>
            <a:custGeom>
              <a:rect b="b" l="l" r="r" t="t"/>
              <a:pathLst>
                <a:path extrusionOk="0" h="761" w="2033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6346419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6342584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6493101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6489797" y="3596058"/>
              <a:ext cx="119421" cy="44901"/>
            </a:xfrm>
            <a:custGeom>
              <a:rect b="b" l="l" r="r" t="t"/>
              <a:pathLst>
                <a:path extrusionOk="0" h="761" w="2024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6632644" y="3599304"/>
              <a:ext cx="112813" cy="38411"/>
            </a:xfrm>
            <a:custGeom>
              <a:rect b="b" l="l" r="r" t="t"/>
              <a:pathLst>
                <a:path extrusionOk="0" h="651" w="1912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6629399" y="3596058"/>
              <a:ext cx="119893" cy="44901"/>
            </a:xfrm>
            <a:custGeom>
              <a:rect b="b" l="l" r="r" t="t"/>
              <a:pathLst>
                <a:path extrusionOk="0" h="761" w="2032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5370447" y="2293916"/>
              <a:ext cx="907045" cy="792050"/>
            </a:xfrm>
            <a:custGeom>
              <a:rect b="b" l="l" r="r" t="t"/>
              <a:pathLst>
                <a:path extrusionOk="0" h="13424" w="15373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5367201" y="2290611"/>
              <a:ext cx="913595" cy="798658"/>
            </a:xfrm>
            <a:custGeom>
              <a:rect b="b" l="l" r="r" t="t"/>
              <a:pathLst>
                <a:path extrusionOk="0" h="13536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5370447" y="2293916"/>
              <a:ext cx="907045" cy="72278"/>
            </a:xfrm>
            <a:custGeom>
              <a:rect b="b" l="l" r="r" t="t"/>
              <a:pathLst>
                <a:path extrusionOk="0" h="1225" w="15373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5367201" y="2290611"/>
              <a:ext cx="913595" cy="78886"/>
            </a:xfrm>
            <a:custGeom>
              <a:rect b="b" l="l" r="r" t="t"/>
              <a:pathLst>
                <a:path extrusionOk="0" h="1337" w="15484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5462433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55100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5415348" y="2316868"/>
              <a:ext cx="31271" cy="31271"/>
            </a:xfrm>
            <a:custGeom>
              <a:rect b="b" l="l" r="r" t="t"/>
              <a:pathLst>
                <a:path extrusionOk="0" h="530" w="53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5458597" y="2489275"/>
              <a:ext cx="556158" cy="7198"/>
            </a:xfrm>
            <a:custGeom>
              <a:rect b="b" l="l" r="r" t="t"/>
              <a:pathLst>
                <a:path extrusionOk="0" h="122" w="9426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5458597" y="2588932"/>
              <a:ext cx="199841" cy="7139"/>
            </a:xfrm>
            <a:custGeom>
              <a:rect b="b" l="l" r="r" t="t"/>
              <a:pathLst>
                <a:path extrusionOk="0" h="121" w="3387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5731192" y="2588932"/>
              <a:ext cx="240848" cy="7139"/>
            </a:xfrm>
            <a:custGeom>
              <a:rect b="b" l="l" r="r" t="t"/>
              <a:pathLst>
                <a:path extrusionOk="0" h="121" w="4082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5458597" y="2892150"/>
              <a:ext cx="359089" cy="6608"/>
            </a:xfrm>
            <a:custGeom>
              <a:rect b="b" l="l" r="r" t="t"/>
              <a:pathLst>
                <a:path extrusionOk="0" h="112" w="6086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5458597" y="2694017"/>
              <a:ext cx="561114" cy="6608"/>
            </a:xfrm>
            <a:custGeom>
              <a:rect b="b" l="l" r="r" t="t"/>
              <a:pathLst>
                <a:path extrusionOk="0" h="112" w="951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5458597" y="2793614"/>
              <a:ext cx="182318" cy="7198"/>
            </a:xfrm>
            <a:custGeom>
              <a:rect b="b" l="l" r="r" t="t"/>
              <a:pathLst>
                <a:path extrusionOk="0" h="122" w="309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5688474" y="2793614"/>
              <a:ext cx="326284" cy="7198"/>
            </a:xfrm>
            <a:custGeom>
              <a:rect b="b" l="l" r="r" t="t"/>
              <a:pathLst>
                <a:path extrusionOk="0" h="122" w="553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6337628" y="2408264"/>
              <a:ext cx="409477" cy="672215"/>
            </a:xfrm>
            <a:custGeom>
              <a:rect b="b" l="l" r="r" t="t"/>
              <a:pathLst>
                <a:path extrusionOk="0" h="11393" w="694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6334383" y="2405019"/>
              <a:ext cx="416558" cy="678765"/>
            </a:xfrm>
            <a:custGeom>
              <a:rect b="b" l="l" r="r" t="t"/>
              <a:pathLst>
                <a:path extrusionOk="0" h="11504" w="706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6397280" y="2535829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6558772" y="2535829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6641967" y="2535829"/>
              <a:ext cx="48795" cy="7139"/>
            </a:xfrm>
            <a:custGeom>
              <a:rect b="b" l="l" r="r" t="t"/>
              <a:pathLst>
                <a:path extrusionOk="0" h="121" w="827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6554937" y="2625042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6476108" y="2625042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6397280" y="2625042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6397280" y="2580140"/>
              <a:ext cx="73458" cy="6667"/>
            </a:xfrm>
            <a:custGeom>
              <a:rect b="b" l="l" r="r" t="t"/>
              <a:pathLst>
                <a:path extrusionOk="0" h="113" w="1245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6491980" y="2580140"/>
              <a:ext cx="119952" cy="6667"/>
            </a:xfrm>
            <a:custGeom>
              <a:rect b="b" l="l" r="r" t="t"/>
              <a:pathLst>
                <a:path extrusionOk="0" h="113" w="2033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6641967" y="2580140"/>
              <a:ext cx="48795" cy="6667"/>
            </a:xfrm>
            <a:custGeom>
              <a:rect b="b" l="l" r="r" t="t"/>
              <a:pathLst>
                <a:path extrusionOk="0" h="113" w="827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6397280" y="2664456"/>
              <a:ext cx="135824" cy="7198"/>
            </a:xfrm>
            <a:custGeom>
              <a:rect b="b" l="l" r="r" t="t"/>
              <a:pathLst>
                <a:path extrusionOk="0" h="122" w="2302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6558772" y="2664456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6397280" y="2806772"/>
              <a:ext cx="135824" cy="7139"/>
            </a:xfrm>
            <a:custGeom>
              <a:rect b="b" l="l" r="r" t="t"/>
              <a:pathLst>
                <a:path extrusionOk="0" h="121" w="2302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6558772" y="2806772"/>
              <a:ext cx="53161" cy="7139"/>
            </a:xfrm>
            <a:custGeom>
              <a:rect b="b" l="l" r="r" t="t"/>
              <a:pathLst>
                <a:path extrusionOk="0" h="121" w="901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6641967" y="266445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6554937" y="2753669"/>
              <a:ext cx="135824" cy="6608"/>
            </a:xfrm>
            <a:custGeom>
              <a:rect b="b" l="l" r="r" t="t"/>
              <a:pathLst>
                <a:path extrusionOk="0" h="112" w="2302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6476108" y="2753669"/>
              <a:ext cx="53161" cy="6608"/>
            </a:xfrm>
            <a:custGeom>
              <a:rect b="b" l="l" r="r" t="t"/>
              <a:pathLst>
                <a:path extrusionOk="0" h="112" w="901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6397280" y="2753669"/>
              <a:ext cx="48795" cy="6608"/>
            </a:xfrm>
            <a:custGeom>
              <a:rect b="b" l="l" r="r" t="t"/>
              <a:pathLst>
                <a:path extrusionOk="0" h="112" w="827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6476108" y="2854919"/>
              <a:ext cx="53161" cy="7198"/>
            </a:xfrm>
            <a:custGeom>
              <a:rect b="b" l="l" r="r" t="t"/>
              <a:pathLst>
                <a:path extrusionOk="0" h="122" w="901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6397280" y="2854919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6397280" y="2708236"/>
              <a:ext cx="73458" cy="7198"/>
            </a:xfrm>
            <a:custGeom>
              <a:rect b="b" l="l" r="r" t="t"/>
              <a:pathLst>
                <a:path extrusionOk="0" h="122" w="1245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6491980" y="2708236"/>
              <a:ext cx="119952" cy="7198"/>
            </a:xfrm>
            <a:custGeom>
              <a:rect b="b" l="l" r="r" t="t"/>
              <a:pathLst>
                <a:path extrusionOk="0" h="122" w="2033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6641967" y="2708236"/>
              <a:ext cx="48795" cy="7198"/>
            </a:xfrm>
            <a:custGeom>
              <a:rect b="b" l="l" r="r" t="t"/>
              <a:pathLst>
                <a:path extrusionOk="0" h="122" w="827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6396218" y="2902534"/>
              <a:ext cx="119893" cy="6667"/>
            </a:xfrm>
            <a:custGeom>
              <a:rect b="b" l="l" r="r" t="t"/>
              <a:pathLst>
                <a:path extrusionOk="0" h="113" w="2032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7"/>
            <p:cNvSpPr/>
            <p:nvPr/>
          </p:nvSpPr>
          <p:spPr>
            <a:xfrm>
              <a:off x="6396218" y="2946905"/>
              <a:ext cx="49326" cy="6608"/>
            </a:xfrm>
            <a:custGeom>
              <a:rect b="b" l="l" r="r" t="t"/>
              <a:pathLst>
                <a:path extrusionOk="0" h="112" w="836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7"/>
            <p:cNvSpPr/>
            <p:nvPr/>
          </p:nvSpPr>
          <p:spPr>
            <a:xfrm>
              <a:off x="5656730" y="2411037"/>
              <a:ext cx="707794" cy="605956"/>
            </a:xfrm>
            <a:custGeom>
              <a:rect b="b" l="l" r="r" t="t"/>
              <a:pathLst>
                <a:path extrusionOk="0" h="10270" w="11996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5695023" y="2385312"/>
              <a:ext cx="707263" cy="605425"/>
            </a:xfrm>
            <a:custGeom>
              <a:rect b="b" l="l" r="r" t="t"/>
              <a:pathLst>
                <a:path extrusionOk="0" h="10261" w="11987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5691778" y="2382007"/>
              <a:ext cx="714343" cy="611974"/>
            </a:xfrm>
            <a:custGeom>
              <a:rect b="b" l="l" r="r" t="t"/>
              <a:pathLst>
                <a:path extrusionOk="0" h="10372" w="12107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5808369" y="2463550"/>
              <a:ext cx="490488" cy="488836"/>
            </a:xfrm>
            <a:custGeom>
              <a:rect b="b" l="l" r="r" t="t"/>
              <a:pathLst>
                <a:path extrusionOk="0" h="8285" w="8313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5807248" y="2460305"/>
              <a:ext cx="492671" cy="495916"/>
            </a:xfrm>
            <a:custGeom>
              <a:rect b="b" l="l" r="r" t="t"/>
              <a:pathLst>
                <a:path extrusionOk="0" h="8405" w="835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5808369" y="2421422"/>
              <a:ext cx="490488" cy="489367"/>
            </a:xfrm>
            <a:custGeom>
              <a:rect b="b" l="l" r="r" t="t"/>
              <a:pathLst>
                <a:path extrusionOk="0" h="8294" w="8313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5807248" y="2418117"/>
              <a:ext cx="492671" cy="495975"/>
            </a:xfrm>
            <a:custGeom>
              <a:rect b="b" l="l" r="r" t="t"/>
              <a:pathLst>
                <a:path extrusionOk="0" h="8406" w="835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7" name="Google Shape;1787;p37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788" name="Google Shape;1788;p37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rect b="b" l="l" r="r" t="t"/>
                <a:pathLst>
                  <a:path extrusionOk="0" h="1430" w="1912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7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rect b="b" l="l" r="r" t="t"/>
                <a:pathLst>
                  <a:path extrusionOk="0" h="1541" w="2033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7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rect b="b" l="l" r="r" t="t"/>
                <a:pathLst>
                  <a:path extrusionOk="0" h="2385" w="284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7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rect b="b" l="l" r="r" t="t"/>
                <a:pathLst>
                  <a:path extrusionOk="0" h="2497" w="2951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7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rect b="b" l="l" r="r" t="t"/>
                <a:pathLst>
                  <a:path extrusionOk="0" h="1105" w="641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38"/>
          <p:cNvSpPr txBox="1"/>
          <p:nvPr>
            <p:ph type="title"/>
          </p:nvPr>
        </p:nvSpPr>
        <p:spPr>
          <a:xfrm>
            <a:off x="720000" y="541675"/>
            <a:ext cx="77109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 sz="2400"/>
          </a:p>
        </p:txBody>
      </p:sp>
      <p:sp>
        <p:nvSpPr>
          <p:cNvPr id="1798" name="Google Shape;1798;p38"/>
          <p:cNvSpPr txBox="1"/>
          <p:nvPr>
            <p:ph idx="3" type="subTitle"/>
          </p:nvPr>
        </p:nvSpPr>
        <p:spPr>
          <a:xfrm>
            <a:off x="1067741" y="1708075"/>
            <a:ext cx="31497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requirements satisfied</a:t>
            </a:r>
            <a:endParaRPr/>
          </a:p>
        </p:txBody>
      </p:sp>
      <p:sp>
        <p:nvSpPr>
          <p:cNvPr id="1799" name="Google Shape;1799;p38"/>
          <p:cNvSpPr txBox="1"/>
          <p:nvPr>
            <p:ph idx="4294967295" type="subTitle"/>
          </p:nvPr>
        </p:nvSpPr>
        <p:spPr>
          <a:xfrm>
            <a:off x="1067700" y="2509375"/>
            <a:ext cx="3149700" cy="19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</a:t>
            </a:r>
            <a:r>
              <a:rPr lang="en"/>
              <a:t>Confidentiality between buyer and seller        is ensured via hybrid encryption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Authentication on sharing is enforced through digital signatures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Transaction integrity is maintained by using hashing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-</a:t>
            </a:r>
            <a:r>
              <a:rPr lang="en"/>
              <a:t> Integrity of sharing lists is preserved through </a:t>
            </a:r>
            <a:r>
              <a:rPr lang="en"/>
              <a:t>signed</a:t>
            </a:r>
            <a:r>
              <a:rPr lang="en"/>
              <a:t> SharedLog entries</a:t>
            </a:r>
            <a:endParaRPr/>
          </a:p>
        </p:txBody>
      </p:sp>
      <p:sp>
        <p:nvSpPr>
          <p:cNvPr id="1800" name="Google Shape;1800;p38"/>
          <p:cNvSpPr txBox="1"/>
          <p:nvPr>
            <p:ph idx="4294967295" type="subTitle"/>
          </p:nvPr>
        </p:nvSpPr>
        <p:spPr>
          <a:xfrm>
            <a:off x="4933475" y="2509375"/>
            <a:ext cx="3149700" cy="15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Group Server fully responsible for group management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-</a:t>
            </a:r>
            <a:r>
              <a:rPr lang="en"/>
              <a:t> Isolated service, independent from the remaining system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-</a:t>
            </a:r>
            <a:r>
              <a:rPr lang="en"/>
              <a:t> Parties are able to share transactions details with groups of partners</a:t>
            </a:r>
            <a:endParaRPr/>
          </a:p>
        </p:txBody>
      </p:sp>
      <p:sp>
        <p:nvSpPr>
          <p:cNvPr id="1801" name="Google Shape;1801;p38"/>
          <p:cNvSpPr txBox="1"/>
          <p:nvPr>
            <p:ph idx="3" type="subTitle"/>
          </p:nvPr>
        </p:nvSpPr>
        <p:spPr>
          <a:xfrm>
            <a:off x="4933498" y="1708075"/>
            <a:ext cx="31497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challenge implemented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39"/>
          <p:cNvSpPr txBox="1"/>
          <p:nvPr>
            <p:ph type="title"/>
          </p:nvPr>
        </p:nvSpPr>
        <p:spPr>
          <a:xfrm>
            <a:off x="720000" y="541675"/>
            <a:ext cx="7710900" cy="9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 b="0" sz="2400"/>
          </a:p>
        </p:txBody>
      </p:sp>
      <p:sp>
        <p:nvSpPr>
          <p:cNvPr id="1807" name="Google Shape;1807;p39"/>
          <p:cNvSpPr txBox="1"/>
          <p:nvPr>
            <p:ph idx="3" type="subTitle"/>
          </p:nvPr>
        </p:nvSpPr>
        <p:spPr>
          <a:xfrm>
            <a:off x="720000" y="1590475"/>
            <a:ext cx="7262100" cy="7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requirements and goals of the project were </a:t>
            </a:r>
            <a:r>
              <a:rPr lang="en"/>
              <a:t>accomplished</a:t>
            </a:r>
            <a:r>
              <a:rPr lang="en"/>
              <a:t>.</a:t>
            </a:r>
            <a:endParaRPr/>
          </a:p>
        </p:txBody>
      </p:sp>
      <p:sp>
        <p:nvSpPr>
          <p:cNvPr id="1808" name="Google Shape;1808;p39"/>
          <p:cNvSpPr txBox="1"/>
          <p:nvPr>
            <p:ph idx="3" type="subTitle"/>
          </p:nvPr>
        </p:nvSpPr>
        <p:spPr>
          <a:xfrm>
            <a:off x="720000" y="2509270"/>
            <a:ext cx="7262100" cy="16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future improvements: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400"/>
              <a:t>Public Key Infrastructure (PKI)</a:t>
            </a: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400"/>
              <a:t>Key revocation mechanism</a:t>
            </a:r>
            <a:endParaRPr b="0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400"/>
              <a:t>Web-based interface to improve usability</a:t>
            </a:r>
            <a:endParaRPr b="0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